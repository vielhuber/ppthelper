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919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9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34324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62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3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3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3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75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1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0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72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TM10001106[[fn=Abzeichen]]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Gill Sans MT</vt:lpstr>
      <vt:lpstr>Impact</vt:lpstr>
      <vt:lpstr>Badge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2026-05-23T04:42:57Z</dcterms:modified>
</cp:coreProperties>
</file>