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8" r:id="rId1"/>
  </p:sldMasterIdLst>
  <p:notesMasterIdLst>
    <p:notesMasterId r:id="rId3"/>
  </p:notesMasterIdLst>
  <p:sldIdLst>
    <p:sldId id="256" r:id="rId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94" autoAdjust="0"/>
  </p:normalViewPr>
  <p:slideViewPr>
    <p:cSldViewPr snapToGrid="0" snapToObjects="1">
      <p:cViewPr varScale="1">
        <p:scale>
          <a:sx n="132" d="100"/>
          <a:sy n="132" d="100"/>
        </p:scale>
        <p:origin x="126" y="26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5132" y="1544259"/>
            <a:ext cx="9146751" cy="1371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4320" y="1624774"/>
            <a:ext cx="8603674" cy="1304510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4500" spc="113" baseline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997188"/>
            <a:ext cx="6858000" cy="981941"/>
          </a:xfrm>
        </p:spPr>
        <p:txBody>
          <a:bodyPr>
            <a:normAutofit/>
          </a:bodyPr>
          <a:lstStyle>
            <a:lvl1pPr marL="0" indent="0" algn="ctr">
              <a:buNone/>
              <a:defRPr sz="15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5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6183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666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bschnitts-&#10;überschrif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5132" y="1544259"/>
            <a:ext cx="9146751" cy="1371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4893" y="1656659"/>
            <a:ext cx="7886700" cy="12573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4500" b="0" spc="113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4893" y="3007751"/>
            <a:ext cx="7886700" cy="880979"/>
          </a:xfrm>
        </p:spPr>
        <p:txBody>
          <a:bodyPr anchor="t">
            <a:normAutofit/>
          </a:bodyPr>
          <a:lstStyle>
            <a:lvl1pPr marL="0" indent="0" algn="ctr">
              <a:buNone/>
              <a:defRPr sz="1500">
                <a:solidFill>
                  <a:schemeClr val="tx2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6123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008" y="1508760"/>
            <a:ext cx="3566160" cy="315468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72793" y="1508760"/>
            <a:ext cx="3566160" cy="315468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9128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5256" y="1435102"/>
            <a:ext cx="3566160" cy="557321"/>
          </a:xfrm>
        </p:spPr>
        <p:txBody>
          <a:bodyPr anchor="ctr">
            <a:normAutofit/>
          </a:bodyPr>
          <a:lstStyle>
            <a:lvl1pPr marL="0" indent="0">
              <a:buNone/>
              <a:defRPr sz="1575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05256" y="1992425"/>
            <a:ext cx="3566160" cy="267462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73423" y="1435102"/>
            <a:ext cx="3566160" cy="557321"/>
          </a:xfrm>
        </p:spPr>
        <p:txBody>
          <a:bodyPr anchor="ctr">
            <a:normAutofit/>
          </a:bodyPr>
          <a:lstStyle>
            <a:lvl1pPr marL="0" indent="0">
              <a:buNone/>
              <a:defRPr sz="1575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73423" y="1992423"/>
            <a:ext cx="3566160" cy="267462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269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7881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0344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5256" y="1590041"/>
            <a:ext cx="4594860" cy="30861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41767" y="1610615"/>
            <a:ext cx="2400300" cy="2574239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599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60120" y="1658621"/>
            <a:ext cx="4594860" cy="2948940"/>
          </a:xfrm>
          <a:solidFill>
            <a:schemeClr val="tx2">
              <a:lumMod val="60000"/>
              <a:lumOff val="40000"/>
            </a:schemeClr>
          </a:solidFill>
        </p:spPr>
        <p:txBody>
          <a:bodyPr tIns="365760" anchor="t"/>
          <a:lstStyle>
            <a:lvl1pPr marL="0" indent="0" algn="ctr">
              <a:buNone/>
              <a:defRPr sz="2400">
                <a:solidFill>
                  <a:schemeClr val="tx1">
                    <a:lumMod val="50000"/>
                  </a:schemeClr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43016" y="1612966"/>
            <a:ext cx="2400300" cy="2571750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5886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8991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764484" y="0"/>
            <a:ext cx="2057400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0468" y="205978"/>
            <a:ext cx="1801785" cy="4423172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05978"/>
            <a:ext cx="5979968" cy="4423172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817141"/>
            <a:ext cx="2057397" cy="273844"/>
          </a:xfrm>
        </p:spPr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32102" y="4817141"/>
            <a:ext cx="3209752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4787" y="4817141"/>
            <a:ext cx="659819" cy="273844"/>
          </a:xfrm>
        </p:spPr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6291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62" y="132082"/>
            <a:ext cx="9141714" cy="123443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02189" y="213132"/>
            <a:ext cx="7338060" cy="1131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2189" y="1508760"/>
            <a:ext cx="7338060" cy="31546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01699" y="4817141"/>
            <a:ext cx="2250671" cy="273844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788">
                <a:solidFill>
                  <a:schemeClr val="tx1"/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97353" y="4817141"/>
            <a:ext cx="378333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94195" y="4817141"/>
            <a:ext cx="709698" cy="273844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900" b="0"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82531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</p:sldLayoutIdLst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3000" kern="1200" cap="all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137160" indent="-13716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tx1"/>
        </a:buClr>
        <a:buFont typeface="Wingdings" pitchFamily="2" charset="2"/>
        <a:buChar char=""/>
        <a:defRPr sz="1650" kern="1200">
          <a:solidFill>
            <a:schemeClr val="tx1"/>
          </a:solidFill>
          <a:latin typeface="+mn-lt"/>
          <a:ea typeface="+mn-ea"/>
          <a:cs typeface="+mn-cs"/>
        </a:defRPr>
      </a:lvl1pPr>
      <a:lvl2pPr marL="30861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tx1"/>
        </a:buClr>
        <a:buFont typeface="Wingdings" pitchFamily="2" charset="2"/>
        <a:buChar char="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48006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tx1"/>
        </a:buClr>
        <a:buFont typeface="Wingdings" pitchFamily="2" charset="2"/>
        <a:buChar char="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65151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tx1"/>
        </a:buClr>
        <a:buFont typeface="Wingdings" pitchFamily="2" charset="2"/>
        <a:buChar char="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82296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tx1"/>
        </a:buClr>
        <a:buFont typeface="Wingdings" pitchFamily="2" charset="2"/>
        <a:buChar char="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6345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tx1"/>
        </a:buClr>
        <a:buFont typeface="Wingdings" pitchFamily="2" charset="2"/>
        <a:buChar char="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10385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tx1"/>
        </a:buClr>
        <a:buFont typeface="Wingdings" pitchFamily="2" charset="2"/>
        <a:buChar char="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2175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tx1"/>
        </a:buClr>
        <a:buFont typeface="Wingdings" pitchFamily="2" charset="2"/>
        <a:buChar char="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5465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tx1"/>
        </a:buClr>
        <a:buFont typeface="Wingdings" pitchFamily="2" charset="2"/>
        <a:buChar char="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C0A7E9-B6AE-AB2C-FD2B-57C786D08A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2B6ECBA-43DB-0EE6-4381-FA81E0A7F2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5451127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Gebändert">
  <a:themeElements>
    <a:clrScheme name="Gebändert">
      <a:dk1>
        <a:srgbClr val="2C2C2C"/>
      </a:dk1>
      <a:lt1>
        <a:srgbClr val="FFFFFF"/>
      </a:lt1>
      <a:dk2>
        <a:srgbClr val="099BDD"/>
      </a:dk2>
      <a:lt2>
        <a:srgbClr val="F2F2F2"/>
      </a:lt2>
      <a:accent1>
        <a:srgbClr val="FFC000"/>
      </a:accent1>
      <a:accent2>
        <a:srgbClr val="A5D028"/>
      </a:accent2>
      <a:accent3>
        <a:srgbClr val="08CC78"/>
      </a:accent3>
      <a:accent4>
        <a:srgbClr val="F24099"/>
      </a:accent4>
      <a:accent5>
        <a:srgbClr val="828288"/>
      </a:accent5>
      <a:accent6>
        <a:srgbClr val="F56617"/>
      </a:accent6>
      <a:hlink>
        <a:srgbClr val="005DBA"/>
      </a:hlink>
      <a:folHlink>
        <a:srgbClr val="6C606A"/>
      </a:folHlink>
    </a:clrScheme>
    <a:fontScheme name="Gebändert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Gebänder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/>
              <a:schemeClr val="phClr">
                <a:shade val="91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nded" id="{98DFF888-2449-4D28-977C-6306C017633E}" vid="{9792607F-9579-4224-82FF-9C88C3E1E53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Gebändert</Template>
  <TotalTime>0</TotalTime>
  <Words>0</Words>
  <Application>Microsoft Office PowerPoint</Application>
  <PresentationFormat>Bildschirmpräsentation (16:9)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Calibri</vt:lpstr>
      <vt:lpstr>Corbel</vt:lpstr>
      <vt:lpstr>Wingdings</vt:lpstr>
      <vt:lpstr>Gebändert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David Vielhuber</cp:lastModifiedBy>
  <cp:revision>7</cp:revision>
  <dcterms:created xsi:type="dcterms:W3CDTF">2017-06-05T14:10:58Z</dcterms:created>
  <dcterms:modified xsi:type="dcterms:W3CDTF">2026-05-23T04:44:03Z</dcterms:modified>
</cp:coreProperties>
</file>