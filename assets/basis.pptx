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87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8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08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0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6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6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6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Corbel</vt:lpstr>
      <vt:lpstr>Basis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2026-05-23T04:43:16Z</dcterms:modified>
</cp:coreProperties>
</file>