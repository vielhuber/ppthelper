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7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0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0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3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9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32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31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3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01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88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8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3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2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Berlin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2026-05-23T04:43:23Z</dcterms:modified>
</cp:coreProperties>
</file>