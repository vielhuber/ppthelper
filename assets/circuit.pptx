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8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6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4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7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8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1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2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2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25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6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32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4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39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0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77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Schaltkreis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Schaltkreis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2026-05-23T04:44:52Z</dcterms:modified>
</cp:coreProperties>
</file>