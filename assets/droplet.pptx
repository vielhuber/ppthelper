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2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46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28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3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75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53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7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9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2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72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4019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92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9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48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2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5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8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Tropfen">
  <a:themeElements>
    <a:clrScheme name="Tropfen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Tropfen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opfen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Tropfen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Tw Cen MT</vt:lpstr>
      <vt:lpstr>Tropfen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2026-05-23T04:45:19Z</dcterms:modified>
</cp:coreProperties>
</file>