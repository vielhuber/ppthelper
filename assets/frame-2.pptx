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20175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6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1696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8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6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061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208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4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1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07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TM10001105[[fn=Ernte]]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Franklin Gothic Book</vt:lpstr>
      <vt:lpstr>Ausschnitt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2026-05-23T04:43:48Z</dcterms:modified>
</cp:coreProperties>
</file>