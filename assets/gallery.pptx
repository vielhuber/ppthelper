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71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85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15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8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21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6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2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48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8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17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45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Katalog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Katalog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talog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Katalog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2026-05-23T04:41:59Z</dcterms:modified>
</cp:coreProperties>
</file>