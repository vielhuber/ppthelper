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870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62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486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8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1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04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97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7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65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77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43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40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Calibri</vt:lpstr>
      <vt:lpstr>Tw Cen MT</vt:lpstr>
      <vt:lpstr>Tw Cen MT Condensed</vt:lpstr>
      <vt:lpstr>Wingdings 3</vt:lpstr>
      <vt:lpstr>Integral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2026-05-23T04:41:25Z</dcterms:modified>
</cp:coreProperties>
</file>