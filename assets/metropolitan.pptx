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577850"/>
            <a:ext cx="8086725" cy="2514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3155157"/>
            <a:ext cx="6921151" cy="123444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8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575564"/>
            <a:ext cx="8085582" cy="251688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3153157"/>
            <a:ext cx="6919722" cy="12344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7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498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2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30350"/>
            <a:ext cx="3497580" cy="54255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06481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05706" y="1528826"/>
            <a:ext cx="3497580" cy="541782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5706" y="206324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6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6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4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406712"/>
            <a:ext cx="2537460" cy="14401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71500"/>
            <a:ext cx="4572000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1883860"/>
            <a:ext cx="2548890" cy="234524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2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4064001"/>
            <a:ext cx="8085582" cy="459962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3998214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4432301"/>
            <a:ext cx="6922008" cy="40005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95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2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521494"/>
            <a:ext cx="1971675" cy="36004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535782"/>
            <a:ext cx="5800725" cy="40505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1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374650"/>
            <a:ext cx="8079581" cy="1243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08760"/>
            <a:ext cx="8065294" cy="282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4809335"/>
            <a:ext cx="30861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916023"/>
            <a:ext cx="37719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945" y="4407310"/>
            <a:ext cx="2194560" cy="10477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2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Metropolitan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2026-05-23T04:44:26Z</dcterms:modified>
</cp:coreProperties>
</file>