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32" d="100"/>
          <a:sy n="132" d="100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2381"/>
            <a:ext cx="9144000" cy="3902869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7501" y="1086861"/>
            <a:ext cx="7929000" cy="2228288"/>
          </a:xfrm>
        </p:spPr>
        <p:txBody>
          <a:bodyPr/>
          <a:lstStyle>
            <a:lvl1pPr>
              <a:defRPr sz="405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7501" y="3960635"/>
            <a:ext cx="7929000" cy="326231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016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335391"/>
            <a:ext cx="7928999" cy="72783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4034" y="1666716"/>
            <a:ext cx="7915931" cy="272738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744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9144000" cy="3902869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2213547"/>
            <a:ext cx="7921064" cy="1101600"/>
          </a:xfrm>
        </p:spPr>
        <p:txBody>
          <a:bodyPr anchor="b"/>
          <a:lstStyle>
            <a:lvl1pPr algn="r">
              <a:defRPr sz="3600" b="1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7500" y="3960901"/>
            <a:ext cx="7921064" cy="325466"/>
          </a:xfrm>
        </p:spPr>
        <p:txBody>
          <a:bodyPr anchor="t">
            <a:noAutofit/>
          </a:bodyPr>
          <a:lstStyle>
            <a:lvl1pPr marL="0" indent="0" algn="r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631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4034" y="1666716"/>
            <a:ext cx="3889405" cy="2729072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62" y="1666715"/>
            <a:ext cx="3895937" cy="2729073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10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046" y="1631156"/>
            <a:ext cx="3892393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047" y="2063354"/>
            <a:ext cx="3892392" cy="2332435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62" y="1631156"/>
            <a:ext cx="3895937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62" y="2063354"/>
            <a:ext cx="3895937" cy="2332435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536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383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863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804864" y="334566"/>
            <a:ext cx="2660650" cy="13609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864" y="334566"/>
            <a:ext cx="2660650" cy="1213797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334567"/>
            <a:ext cx="4689475" cy="4061222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4864" y="1695554"/>
            <a:ext cx="2660650" cy="270023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723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046" y="545642"/>
            <a:ext cx="3639741" cy="1212872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4573588" y="0"/>
            <a:ext cx="4570412" cy="51435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05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1046" y="1758513"/>
            <a:ext cx="3639741" cy="2637274"/>
          </a:xfrm>
        </p:spPr>
        <p:txBody>
          <a:bodyPr anchor="t"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914358" y="4531022"/>
            <a:ext cx="732659" cy="273844"/>
          </a:xfrm>
        </p:spPr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42797" y="4531022"/>
            <a:ext cx="247156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47017" y="4436917"/>
            <a:ext cx="796616" cy="367949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91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3600450"/>
            <a:ext cx="7921064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9144000" cy="360045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7500" y="4025504"/>
            <a:ext cx="7921064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278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473773" y="811092"/>
            <a:ext cx="4749312" cy="242939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8239" y="928877"/>
            <a:ext cx="4420380" cy="1984434"/>
          </a:xfrm>
        </p:spPr>
        <p:txBody>
          <a:bodyPr anchor="b"/>
          <a:lstStyle>
            <a:lvl1pPr algn="l">
              <a:defRPr sz="3150" b="1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9893" y="3332760"/>
            <a:ext cx="4418727" cy="534931"/>
          </a:xfrm>
        </p:spPr>
        <p:txBody>
          <a:bodyPr anchor="t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5680982" y="811092"/>
            <a:ext cx="2857501" cy="3056599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2677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855664" y="1714939"/>
            <a:ext cx="3671336" cy="1877979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017817" y="1826968"/>
            <a:ext cx="3286891" cy="1505842"/>
          </a:xfrm>
        </p:spPr>
        <p:txBody>
          <a:bodyPr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4617000" y="1714500"/>
            <a:ext cx="3660225" cy="1721644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8045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0416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5752239" y="334567"/>
            <a:ext cx="3391762" cy="406122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37656" y="439628"/>
            <a:ext cx="1871093" cy="3851099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7501" y="334567"/>
            <a:ext cx="4958655" cy="4061222"/>
          </a:xfrm>
        </p:spPr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397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7500" y="335391"/>
            <a:ext cx="7928999" cy="727838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7500" y="1638301"/>
            <a:ext cx="7922464" cy="2755798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8636" y="4531022"/>
            <a:ext cx="6483240" cy="27384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675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000969" y="4531022"/>
            <a:ext cx="1007780" cy="27384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675">
                <a:solidFill>
                  <a:schemeClr val="tx1"/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08749" y="4436917"/>
            <a:ext cx="796616" cy="36794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1500">
                <a:solidFill>
                  <a:schemeClr val="accent1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5589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</p:sldLayoutIdLst>
  <p:txStyles>
    <p:titleStyle>
      <a:lvl1pPr algn="l" defTabSz="342900" rtl="0" eaLnBrk="1" latinLnBrk="0" hangingPunct="1">
        <a:spcBef>
          <a:spcPct val="0"/>
        </a:spcBef>
        <a:buNone/>
        <a:defRPr sz="3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800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2100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2700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C0A7E9-B6AE-AB2C-FD2B-57C786D08A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2B6ECBA-43DB-0EE6-4381-FA81E0A7F2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45112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Zitierfähig">
  <a:themeElements>
    <a:clrScheme name="Zitierfähig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Zitierfähig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Zitierfähig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Zitierfähig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Calibri</vt:lpstr>
      <vt:lpstr>Century Gothic</vt:lpstr>
      <vt:lpstr>Wingdings 2</vt:lpstr>
      <vt:lpstr>Zitierfähig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David Vielhuber</cp:lastModifiedBy>
  <cp:revision>7</cp:revision>
  <dcterms:created xsi:type="dcterms:W3CDTF">2017-06-05T14:10:58Z</dcterms:created>
  <dcterms:modified xsi:type="dcterms:W3CDTF">2026-05-23T04:45:35Z</dcterms:modified>
</cp:coreProperties>
</file>