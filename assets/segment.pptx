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7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3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9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0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3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2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177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98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796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94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1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Segment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2026-05-23T04:42:50Z</dcterms:modified>
</cp:coreProperties>
</file>