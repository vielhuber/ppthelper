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32" d="100"/>
          <a:sy n="132" d="100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98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230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70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438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77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47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248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833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54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948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43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8996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4612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9542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526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8110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48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16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C0A7E9-B6AE-AB2C-FD2B-57C786D08A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2B6ECBA-43DB-0EE6-4381-FA81E0A7F2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5112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-Sitzungssaal">
  <a:themeElements>
    <a:clrScheme name="Ion-Sitzungssaal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-Sitzungssaal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-Sitzungssaal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Ion-Sitzungssaal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David Vielhuber</cp:lastModifiedBy>
  <cp:revision>6</cp:revision>
  <dcterms:created xsi:type="dcterms:W3CDTF">2017-06-05T14:10:58Z</dcterms:created>
  <dcterms:modified xsi:type="dcterms:W3CDTF">2026-05-21T08:17:25Z</dcterms:modified>
</cp:coreProperties>
</file>