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8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5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8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6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4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1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4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9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0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2325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44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985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31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54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02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6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Fetzen">
  <a:themeElements>
    <a:clrScheme name="Fetze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Fetze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etze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Wingdings 3</vt:lpstr>
      <vt:lpstr>Fetzen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2026-05-23T04:41:12Z</dcterms:modified>
</cp:coreProperties>
</file>