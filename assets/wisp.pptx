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7229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416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1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9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2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5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9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2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Aussicht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Schoolbook</vt:lpstr>
      <vt:lpstr>Wingdings 2</vt:lpstr>
      <vt:lpstr>Aussicht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2026-05-23T04:43:10Z</dcterms:modified>
</cp:coreProperties>
</file>