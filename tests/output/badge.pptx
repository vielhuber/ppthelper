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2667763" y="473202"/>
            <a:ext cx="3926681" cy="3921919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8892" y="823791"/>
            <a:ext cx="7738814" cy="3296241"/>
          </a:xfrm>
        </p:spPr>
        <p:txBody>
          <a:bodyPr anchor="ctr">
            <a:noAutofit/>
          </a:bodyPr>
          <a:lstStyle>
            <a:lvl1pPr algn="ctr">
              <a:defRPr sz="7500" spc="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1284" y="4484398"/>
            <a:ext cx="6034030" cy="55670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500" b="1" i="0" cap="all" spc="300" baseline="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892" y="4781759"/>
            <a:ext cx="1747292" cy="261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35249" y="4781759"/>
            <a:ext cx="3086100" cy="259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00414" y="4781759"/>
            <a:ext cx="1747292" cy="259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509195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397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2197" y="805417"/>
            <a:ext cx="6140303" cy="3048470"/>
          </a:xfrm>
        </p:spPr>
        <p:txBody>
          <a:bodyPr anchor="b">
            <a:normAutofit/>
          </a:bodyPr>
          <a:lstStyle>
            <a:lvl1pPr>
              <a:defRPr sz="6300" spc="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32198" y="3869836"/>
            <a:ext cx="5263116" cy="7133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500" b="1" i="0" cap="all" spc="300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27410" y="4781759"/>
            <a:ext cx="1120460" cy="261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59298" y="4781759"/>
            <a:ext cx="3086100" cy="259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56825" y="4781759"/>
            <a:ext cx="1115675" cy="259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110979" cy="51435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343242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1714500"/>
            <a:ext cx="3600450" cy="27146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85847" y="1714500"/>
            <a:ext cx="3600450" cy="27146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1624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546" y="285750"/>
            <a:ext cx="7629525" cy="11201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759" y="1649725"/>
            <a:ext cx="3600450" cy="47439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425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2975" y="2181826"/>
            <a:ext cx="3600450" cy="22472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75398" y="1649725"/>
            <a:ext cx="3600450" cy="47439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425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75398" y="2181826"/>
            <a:ext cx="3600450" cy="22472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4366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30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530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5542359" y="0"/>
            <a:ext cx="3601641" cy="51435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4" y="342900"/>
            <a:ext cx="2319086" cy="897503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425" b="1" i="0" cap="all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788" y="690283"/>
            <a:ext cx="4618814" cy="373884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4" y="1306002"/>
            <a:ext cx="2319086" cy="312312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900"/>
              </a:spcBef>
              <a:buNone/>
              <a:defRPr sz="12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3789" y="4781759"/>
            <a:ext cx="925016" cy="261347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4781759"/>
            <a:ext cx="2611634" cy="259347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68261" y="4781759"/>
            <a:ext cx="924342" cy="259347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2756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2598" y="1"/>
            <a:ext cx="5516689" cy="514349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5542359" y="0"/>
            <a:ext cx="3601641" cy="51435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3" y="342900"/>
            <a:ext cx="2319088" cy="897503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425" b="1" i="0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3" y="1306002"/>
            <a:ext cx="2319088" cy="312312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900"/>
              </a:spcBef>
              <a:buNone/>
              <a:defRPr sz="12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4463" y="4781759"/>
            <a:ext cx="924342" cy="261347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4781759"/>
            <a:ext cx="2611634" cy="259347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65676" y="4781759"/>
            <a:ext cx="925830" cy="259347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413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787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49741" y="286790"/>
            <a:ext cx="1119099" cy="420030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5" y="286789"/>
            <a:ext cx="6294439" cy="420030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00822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38758" y="286789"/>
            <a:ext cx="7633742" cy="11190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758" y="1714501"/>
            <a:ext cx="7633742" cy="26951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8758" y="4781759"/>
            <a:ext cx="1747292" cy="261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81759"/>
            <a:ext cx="3086100" cy="259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1" y="4781759"/>
            <a:ext cx="2114549" cy="259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664369" cy="51435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8931402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53729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825" kern="1200" cap="all" spc="15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5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3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2975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85847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2540000"/>
                <a:gridCol w="254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2975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06700" y="1714500"/>
            <a:ext cx="388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269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2540000"/>
                <a:gridCol w="254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TM10001106[[fn=Abzeichen]]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Gill Sans MT</vt:lpstr>
      <vt:lpstr>Impact</vt:lpstr>
      <vt:lpstr>Badge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2026-05-23T07:46:53Z</dcterms:created>
  <dcterms:modified xsi:type="dcterms:W3CDTF">2026-05-23T07:46:53Z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