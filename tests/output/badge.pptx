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0919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43242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624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36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3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5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1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082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3729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85847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06700" y="17145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TM10001106[[fn=Abzeichen]]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Impact</vt:lpstr>
      <vt:lpstr>Badge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2026-05-25T08:27:53Z</dcterms:created>
  <dcterms:modified xsi:type="dcterms:W3CDTF">2026-05-25T08:27:53Z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