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2667763" y="473202"/>
            <a:ext cx="3926681" cy="3921919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8892" y="823791"/>
            <a:ext cx="7738814" cy="3296241"/>
          </a:xfrm>
        </p:spPr>
        <p:txBody>
          <a:bodyPr anchor="ctr">
            <a:noAutofit/>
          </a:bodyPr>
          <a:lstStyle>
            <a:lvl1pPr algn="ctr">
              <a:defRPr sz="7500" spc="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1284" y="4484398"/>
            <a:ext cx="6034030" cy="55670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b="1" i="0" cap="all" spc="300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892" y="4781759"/>
            <a:ext cx="1747292" cy="261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35249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00414" y="4781759"/>
            <a:ext cx="1747292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09195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9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2197" y="805417"/>
            <a:ext cx="6140303" cy="3048470"/>
          </a:xfrm>
        </p:spPr>
        <p:txBody>
          <a:bodyPr anchor="b">
            <a:normAutofit/>
          </a:bodyPr>
          <a:lstStyle>
            <a:lvl1pPr>
              <a:defRPr sz="6300" spc="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2198" y="3869836"/>
            <a:ext cx="5263116" cy="7133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500" b="1" i="0" cap="all" spc="300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27410" y="4781759"/>
            <a:ext cx="1120460" cy="261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59298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56825" y="4781759"/>
            <a:ext cx="1115675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110979" cy="51435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343242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5847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1624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546" y="285750"/>
            <a:ext cx="7629525" cy="11201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9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2975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75398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75398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366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30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530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4" y="342900"/>
            <a:ext cx="2319086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cap="all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788" y="690283"/>
            <a:ext cx="4618814" cy="373884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4" y="1306002"/>
            <a:ext cx="2319086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3789" y="4781759"/>
            <a:ext cx="925016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8261" y="4781759"/>
            <a:ext cx="924342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2756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2598" y="1"/>
            <a:ext cx="5516689" cy="514349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3" y="342900"/>
            <a:ext cx="2319088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3" y="1306002"/>
            <a:ext cx="2319088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4463" y="4781759"/>
            <a:ext cx="924342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5676" y="4781759"/>
            <a:ext cx="925830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13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787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49741" y="286790"/>
            <a:ext cx="1119099" cy="420030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286789"/>
            <a:ext cx="6294439" cy="420030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082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8758" y="286789"/>
            <a:ext cx="7633742" cy="11190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8" y="1714501"/>
            <a:ext cx="7633742" cy="2695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8758" y="4781759"/>
            <a:ext cx="1747292" cy="261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81759"/>
            <a:ext cx="3086100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4781759"/>
            <a:ext cx="2114549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664369" cy="51435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8931402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53729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825" kern="1200" cap="all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85847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06700" y="17145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TM10001106[[fn=Abzeichen]]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Gill Sans MT</vt:lpstr>
      <vt:lpstr>Impact</vt:lpstr>
      <vt:lpstr>Badge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2026-07-28T08:59:43Z</dcterms:created>
  <dcterms:modified xsi:type="dcterms:W3CDTF">2026-07-28T08:59:43Z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