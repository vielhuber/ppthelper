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1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6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12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6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88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3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88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99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912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253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72793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498600"/>
            <a:ext cx="46990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ebändert">
  <a:themeElements>
    <a:clrScheme name="Gebändert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Gebändert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Gebänder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Gebändert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</vt:lpstr>
      <vt:lpstr>Gebändert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2026-07-28T08:59:44Z</dcterms:created>
  <dcterms:modified xsi:type="dcterms:W3CDTF">2026-07-28T08:59:44Z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