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3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-5132" y="1544259"/>
            <a:ext cx="9146751" cy="13716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4320" y="1624774"/>
            <a:ext cx="8603674" cy="1304510"/>
          </a:xfrm>
        </p:spPr>
        <p:txBody>
          <a:bodyPr tIns="45720" bIns="45720" anchor="ctr">
            <a:normAutofit/>
          </a:bodyPr>
          <a:lstStyle>
            <a:lvl1pPr algn="ctr">
              <a:lnSpc>
                <a:spcPct val="80000"/>
              </a:lnSpc>
              <a:defRPr sz="4500" spc="113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997188"/>
            <a:ext cx="6858000" cy="981941"/>
          </a:xfrm>
        </p:spPr>
        <p:txBody>
          <a:bodyPr>
            <a:normAutofit/>
          </a:bodyPr>
          <a:lstStyle>
            <a:lvl1pPr marL="0" indent="0" algn="ctr">
              <a:buNone/>
              <a:defRPr sz="15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50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66183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76668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bschnitts-&#10;überschrif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-5132" y="1544259"/>
            <a:ext cx="9146751" cy="13716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4893" y="1656659"/>
            <a:ext cx="7886700" cy="1257300"/>
          </a:xfrm>
        </p:spPr>
        <p:txBody>
          <a:bodyPr anchor="ctr">
            <a:noAutofit/>
          </a:bodyPr>
          <a:lstStyle>
            <a:lvl1pPr algn="ctr">
              <a:lnSpc>
                <a:spcPct val="80000"/>
              </a:lnSpc>
              <a:defRPr sz="4500" b="0" spc="113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4893" y="3007751"/>
            <a:ext cx="7886700" cy="880979"/>
          </a:xfrm>
        </p:spPr>
        <p:txBody>
          <a:bodyPr anchor="t">
            <a:normAutofit/>
          </a:bodyPr>
          <a:lstStyle>
            <a:lvl1pPr marL="0" indent="0" algn="ctr">
              <a:buNone/>
              <a:defRPr sz="1500">
                <a:solidFill>
                  <a:schemeClr val="tx2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361237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08" y="1508760"/>
            <a:ext cx="3566160" cy="3154680"/>
          </a:xfrm>
        </p:spPr>
        <p:txBody>
          <a:bodyPr/>
          <a:lstStyle>
            <a:lvl1pPr>
              <a:defRPr sz="165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72793" y="1508760"/>
            <a:ext cx="3566160" cy="3154680"/>
          </a:xfrm>
        </p:spPr>
        <p:txBody>
          <a:bodyPr/>
          <a:lstStyle>
            <a:lvl1pPr>
              <a:defRPr sz="165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59128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5256" y="1435102"/>
            <a:ext cx="3566160" cy="557321"/>
          </a:xfrm>
        </p:spPr>
        <p:txBody>
          <a:bodyPr anchor="ctr">
            <a:normAutofit/>
          </a:bodyPr>
          <a:lstStyle>
            <a:lvl1pPr marL="0" indent="0">
              <a:buNone/>
              <a:defRPr sz="1575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05256" y="1992425"/>
            <a:ext cx="3566160" cy="2674620"/>
          </a:xfrm>
        </p:spPr>
        <p:txBody>
          <a:bodyPr/>
          <a:lstStyle>
            <a:lvl1pPr>
              <a:defRPr sz="165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73423" y="1435102"/>
            <a:ext cx="3566160" cy="557321"/>
          </a:xfrm>
        </p:spPr>
        <p:txBody>
          <a:bodyPr anchor="ctr">
            <a:normAutofit/>
          </a:bodyPr>
          <a:lstStyle>
            <a:lvl1pPr marL="0" indent="0">
              <a:buNone/>
              <a:defRPr sz="1575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73423" y="1992423"/>
            <a:ext cx="3566160" cy="2674620"/>
          </a:xfrm>
        </p:spPr>
        <p:txBody>
          <a:bodyPr/>
          <a:lstStyle>
            <a:lvl1pPr>
              <a:defRPr sz="165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42698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97881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20344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5256" y="1590041"/>
            <a:ext cx="4594860" cy="3086100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41767" y="1610615"/>
            <a:ext cx="2400300" cy="2574239"/>
          </a:xfrm>
        </p:spPr>
        <p:txBody>
          <a:bodyPr>
            <a:normAutofit/>
          </a:bodyPr>
          <a:lstStyle>
            <a:lvl1pPr marL="0" indent="0">
              <a:lnSpc>
                <a:spcPct val="95000"/>
              </a:lnSpc>
              <a:buNone/>
              <a:defRPr sz="13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5599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60120" y="1658621"/>
            <a:ext cx="4594860" cy="2948940"/>
          </a:xfrm>
          <a:solidFill>
            <a:schemeClr val="tx2">
              <a:lumMod val="60000"/>
              <a:lumOff val="40000"/>
            </a:schemeClr>
          </a:solidFill>
        </p:spPr>
        <p:txBody>
          <a:bodyPr tIns="365760" anchor="t"/>
          <a:lstStyle>
            <a:lvl1pPr marL="0" indent="0" algn="ctr">
              <a:buNone/>
              <a:defRPr sz="2400">
                <a:solidFill>
                  <a:schemeClr val="tx1">
                    <a:lumMod val="50000"/>
                  </a:schemeClr>
                </a:solidFill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43016" y="1612966"/>
            <a:ext cx="2400300" cy="2571750"/>
          </a:xfrm>
        </p:spPr>
        <p:txBody>
          <a:bodyPr>
            <a:normAutofit/>
          </a:bodyPr>
          <a:lstStyle>
            <a:lvl1pPr marL="0" indent="0">
              <a:lnSpc>
                <a:spcPct val="95000"/>
              </a:lnSpc>
              <a:buNone/>
              <a:defRPr sz="13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85886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78991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6764484" y="0"/>
            <a:ext cx="2057400" cy="51435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70468" y="205978"/>
            <a:ext cx="1801785" cy="4423172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05978"/>
            <a:ext cx="5979968" cy="4423172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4817141"/>
            <a:ext cx="2057397" cy="273844"/>
          </a:xfrm>
        </p:spPr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832102" y="4817141"/>
            <a:ext cx="3209752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054787" y="4817141"/>
            <a:ext cx="659819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3629121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62" y="132082"/>
            <a:ext cx="9141714" cy="123443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02189" y="213132"/>
            <a:ext cx="7338060" cy="1131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2189" y="1508760"/>
            <a:ext cx="7338060" cy="31546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01699" y="4817141"/>
            <a:ext cx="2250671" cy="273844"/>
          </a:xfrm>
          <a:prstGeom prst="rect">
            <a:avLst/>
          </a:prstGeom>
        </p:spPr>
        <p:txBody>
          <a:bodyPr vert="horz" lIns="91440" tIns="45720" rIns="45720" bIns="45720" rtlCol="0" anchor="ctr"/>
          <a:lstStyle>
            <a:lvl1pPr algn="l">
              <a:defRPr sz="788">
                <a:solidFill>
                  <a:schemeClr val="tx1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97353" y="4817141"/>
            <a:ext cx="378333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994195" y="4817141"/>
            <a:ext cx="709698" cy="273844"/>
          </a:xfrm>
          <a:prstGeom prst="rect">
            <a:avLst/>
          </a:prstGeom>
        </p:spPr>
        <p:txBody>
          <a:bodyPr vert="horz" lIns="45720" tIns="45720" rIns="91440" bIns="45720" rtlCol="0" anchor="ctr"/>
          <a:lstStyle>
            <a:lvl1pPr algn="l">
              <a:defRPr sz="900" b="0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682531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39" r:id="rId1"/>
    <p:sldLayoutId id="2147483740" r:id="rId2"/>
    <p:sldLayoutId id="2147483741" r:id="rId3"/>
    <p:sldLayoutId id="2147483742" r:id="rId4"/>
    <p:sldLayoutId id="2147483743" r:id="rId5"/>
    <p:sldLayoutId id="2147483744" r:id="rId6"/>
    <p:sldLayoutId id="2147483745" r:id="rId7"/>
    <p:sldLayoutId id="2147483746" r:id="rId8"/>
    <p:sldLayoutId id="2147483747" r:id="rId9"/>
    <p:sldLayoutId id="2147483748" r:id="rId10"/>
    <p:sldLayoutId id="2147483749" r:id="rId11"/>
  </p:sldLayoutIdLst>
  <p:txStyles>
    <p:titleStyle>
      <a:lvl1pPr algn="l" defTabSz="685800" rtl="0" eaLnBrk="1" latinLnBrk="0" hangingPunct="1">
        <a:lnSpc>
          <a:spcPct val="85000"/>
        </a:lnSpc>
        <a:spcBef>
          <a:spcPct val="0"/>
        </a:spcBef>
        <a:buNone/>
        <a:defRPr sz="3000" kern="1200" cap="all" baseline="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137160" indent="-137160" algn="l" defTabSz="685800" rtl="0" eaLnBrk="1" latinLnBrk="0" hangingPunct="1">
        <a:lnSpc>
          <a:spcPct val="90000"/>
        </a:lnSpc>
        <a:spcBef>
          <a:spcPts val="900"/>
        </a:spcBef>
        <a:spcAft>
          <a:spcPts val="150"/>
        </a:spcAft>
        <a:buClr>
          <a:schemeClr val="tx1"/>
        </a:buClr>
        <a:buFont typeface="Wingdings" pitchFamily="2" charset="2"/>
        <a:buChar char=""/>
        <a:defRPr sz="1650" kern="1200">
          <a:solidFill>
            <a:schemeClr val="tx1"/>
          </a:solidFill>
          <a:latin typeface="+mn-lt"/>
          <a:ea typeface="+mn-ea"/>
          <a:cs typeface="+mn-cs"/>
        </a:defRPr>
      </a:lvl1pPr>
      <a:lvl2pPr marL="308610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tx1"/>
        </a:buClr>
        <a:buFont typeface="Wingdings" pitchFamily="2" charset="2"/>
        <a:buChar char="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480060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tx1"/>
        </a:buClr>
        <a:buFont typeface="Wingdings" pitchFamily="2" charset="2"/>
        <a:buChar char=""/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651510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tx1"/>
        </a:buClr>
        <a:buFont typeface="Wingdings" pitchFamily="2" charset="2"/>
        <a:buChar char="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822960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tx1"/>
        </a:buClr>
        <a:buFont typeface="Wingdings" pitchFamily="2" charset="2"/>
        <a:buChar char="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96345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tx1"/>
        </a:buClr>
        <a:buFont typeface="Wingdings" pitchFamily="2" charset="2"/>
        <a:buChar char="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10385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tx1"/>
        </a:buClr>
        <a:buFont typeface="Wingdings" pitchFamily="2" charset="2"/>
        <a:buChar char="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122175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tx1"/>
        </a:buClr>
        <a:buFont typeface="Wingdings" pitchFamily="2" charset="2"/>
        <a:buChar char="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135465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tx1"/>
        </a:buClr>
        <a:buFont typeface="Wingdings" pitchFamily="2" charset="2"/>
        <a:buChar char="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04008" y="2082416"/>
            <a:ext cx="3566160" cy="2007367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901700" y="1498600"/>
          <a:ext cx="7327900" cy="314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72793" y="2082416"/>
            <a:ext cx="3566160" cy="2007367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 i="1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 i="1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901700" y="1498600"/>
          <a:ext cx="7327900" cy="314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0"/>
                <a:gridCol w="2438400"/>
                <a:gridCol w="2438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04008" y="2082416"/>
            <a:ext cx="3566160" cy="2007367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22500" y="1498600"/>
            <a:ext cx="4699000" cy="264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901700" y="1498600"/>
          <a:ext cx="7327900" cy="314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0"/>
                <a:gridCol w="2438400"/>
                <a:gridCol w="2438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Gebändert">
  <a:themeElements>
    <a:clrScheme name="Gebändert">
      <a:dk1>
        <a:srgbClr val="2C2C2C"/>
      </a:dk1>
      <a:lt1>
        <a:srgbClr val="FFFFFF"/>
      </a:lt1>
      <a:dk2>
        <a:srgbClr val="099BDD"/>
      </a:dk2>
      <a:lt2>
        <a:srgbClr val="F2F2F2"/>
      </a:lt2>
      <a:accent1>
        <a:srgbClr val="FFC000"/>
      </a:accent1>
      <a:accent2>
        <a:srgbClr val="A5D028"/>
      </a:accent2>
      <a:accent3>
        <a:srgbClr val="08CC78"/>
      </a:accent3>
      <a:accent4>
        <a:srgbClr val="F24099"/>
      </a:accent4>
      <a:accent5>
        <a:srgbClr val="828288"/>
      </a:accent5>
      <a:accent6>
        <a:srgbClr val="F56617"/>
      </a:accent6>
      <a:hlink>
        <a:srgbClr val="005DBA"/>
      </a:hlink>
      <a:folHlink>
        <a:srgbClr val="6C606A"/>
      </a:folHlink>
    </a:clrScheme>
    <a:fontScheme name="Gebändert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Gebänder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atMod val="120000"/>
                <a:lumMod val="107000"/>
              </a:schemeClr>
            </a:gs>
            <a:gs pos="50000">
              <a:schemeClr val="phClr">
                <a:tint val="70000"/>
                <a:satMod val="124000"/>
                <a:lumMod val="103000"/>
              </a:schemeClr>
            </a:gs>
            <a:gs pos="100000">
              <a:schemeClr val="phClr">
                <a:tint val="85000"/>
                <a:satMod val="12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5000"/>
                <a:shade val="98000"/>
                <a:satMod val="110000"/>
                <a:lumMod val="103000"/>
              </a:schemeClr>
            </a:gs>
            <a:gs pos="50000">
              <a:schemeClr val="phClr">
                <a:shade val="85000"/>
                <a:satMod val="105000"/>
                <a:lumMod val="100000"/>
              </a:schemeClr>
            </a:gs>
            <a:gs pos="100000">
              <a:schemeClr val="phClr">
                <a:shade val="60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875" dir="5400000" algn="ctr" rotWithShape="0">
              <a:srgbClr val="000000">
                <a:alpha val="68000"/>
              </a:srgbClr>
            </a:outerShdw>
          </a:effectLst>
        </a:effectStyle>
        <a:effectStyle>
          <a:effectLst>
            <a:outerShdw blurRad="88900" dist="2794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/>
              <a:schemeClr val="phClr">
                <a:shade val="91000"/>
                <a:satMod val="105000"/>
              </a:schemeClr>
            </a:duotone>
          </a:blip>
          <a:tile tx="0" ty="0" sx="100000" sy="100000" flip="none" algn="tl"/>
        </a:blip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nded" id="{98DFF888-2449-4D28-977C-6306C017633E}" vid="{9792607F-9579-4224-82FF-9C88C3E1E53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Gebändert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Calibri</vt:lpstr>
      <vt:lpstr>Corbel</vt:lpstr>
      <vt:lpstr>Wingdings</vt:lpstr>
      <vt:lpstr>Gebändert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2026-05-25T19:48:05Z</dcterms:created>
  <dcterms:modified xsi:type="dcterms:W3CDTF">2026-05-25T19:48:05Z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