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661782"/>
            <a:ext cx="7475220" cy="219456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2902226"/>
            <a:ext cx="6575895" cy="1041124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280035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87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88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880181"/>
            <a:ext cx="7475220" cy="219456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3115890"/>
            <a:ext cx="6576822" cy="1022855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3015306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089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1543049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1543050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5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1501133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04111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499274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03949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4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05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822960"/>
            <a:ext cx="3909060" cy="34975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2631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91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802385"/>
            <a:ext cx="4574286" cy="360045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16027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69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465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71500"/>
            <a:ext cx="1743075" cy="40576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571500"/>
            <a:ext cx="55721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88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457200"/>
            <a:ext cx="7406640" cy="1017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1543050"/>
            <a:ext cx="7404653" cy="3028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4667871"/>
            <a:ext cx="174680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4667871"/>
            <a:ext cx="35383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4667871"/>
            <a:ext cx="127966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1841500"/>
                <a:gridCol w="1841500"/>
                <a:gridCol w="184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00709" y="204812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536700"/>
            <a:ext cx="4470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Corbel</vt:lpstr>
      <vt:lpstr>Basis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2026-07-28T08:59:44Z</dcterms:created>
  <dcterms:modified xsi:type="dcterms:W3CDTF">2026-07-28T08:59:44Z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