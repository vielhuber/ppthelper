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87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8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08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5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0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6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6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882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6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7250" y="2048125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536700"/>
          <a:ext cx="7404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1841500"/>
                <a:gridCol w="1841500"/>
                <a:gridCol w="1841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00709" y="204812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536700"/>
          <a:ext cx="7404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7250" y="2048125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536700"/>
            <a:ext cx="44704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536700"/>
          <a:ext cx="74041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Corbel</vt:lpstr>
      <vt:lpstr>Basis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2026-05-25T19:48:05Z</dcterms:created>
  <dcterms:modified xsi:type="dcterms:W3CDTF">2026-05-25T19:48:05Z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