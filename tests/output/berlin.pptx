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3295530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7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0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2" y="3174129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15242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0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269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269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3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2"/>
            <a:ext cx="7210397" cy="81070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1752655"/>
            <a:ext cx="3354245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2272507"/>
            <a:ext cx="3523766" cy="21796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2272507"/>
            <a:ext cx="3525044" cy="21796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9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1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5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5"/>
            <a:ext cx="4206252" cy="26994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6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3" y="564921"/>
            <a:ext cx="7210393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5"/>
            <a:ext cx="2907192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58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3"/>
            <a:ext cx="7210394" cy="339788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198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3877188"/>
            <a:ext cx="7210397" cy="4672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48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6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8"/>
            <a:ext cx="721039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32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031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3533712"/>
            <a:ext cx="7210397" cy="4414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2"/>
            <a:ext cx="7210397" cy="376691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38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7" y="564921"/>
            <a:ext cx="7218720" cy="81070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2267005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5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2267005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01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5" cy="81070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88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38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6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2" y="4029302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457198"/>
            <a:ext cx="805352" cy="326532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8"/>
            <a:ext cx="6652503" cy="399494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1"/>
            <a:ext cx="2057400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1"/>
            <a:ext cx="459510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4048975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3748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1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4452141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722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0240" y="2110646"/>
            <a:ext cx="3523769" cy="198350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7526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790700"/>
                <a:gridCol w="1790700"/>
                <a:gridCol w="1790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95592" y="2110287"/>
            <a:ext cx="3525044" cy="198422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7526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0240" y="2110646"/>
            <a:ext cx="3523769" cy="198350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752600"/>
            <a:ext cx="38862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752600"/>
          <a:ext cx="720090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Berlin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2026-05-25T08:27:55Z</dcterms:created>
  <dcterms:modified xsi:type="dcterms:W3CDTF">2026-05-25T08:27:55Z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