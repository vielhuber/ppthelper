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3182138"/>
            <a:ext cx="6726063" cy="206957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3787" y="3182884"/>
            <a:ext cx="2307831" cy="207705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1942559"/>
            <a:ext cx="6726064" cy="12452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6833787" y="1942559"/>
            <a:ext cx="2307832" cy="12452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0241" y="2050282"/>
            <a:ext cx="6108101" cy="1029803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10241" y="3295530"/>
            <a:ext cx="6108101" cy="838265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941510" y="2062753"/>
            <a:ext cx="878916" cy="101733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32706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802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30651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68" y="3065926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0447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69" y="20447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2152421"/>
            <a:ext cx="7210395" cy="818091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2" y="3174129"/>
            <a:ext cx="7210395" cy="1278013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47092" y="215242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6002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0240" y="1752655"/>
            <a:ext cx="3523769" cy="2699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195592" y="1752655"/>
            <a:ext cx="3525044" cy="26994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053547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3" name="Rectangle 12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0" y="564922"/>
            <a:ext cx="7210397" cy="81070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9763" y="1752655"/>
            <a:ext cx="3354245" cy="519851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10242" y="2272507"/>
            <a:ext cx="3523766" cy="217963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5116" y="1752655"/>
            <a:ext cx="3355521" cy="519057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195593" y="2272507"/>
            <a:ext cx="3525044" cy="217963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3914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4819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562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564920"/>
            <a:ext cx="7210394" cy="810705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14385" y="1752655"/>
            <a:ext cx="4206252" cy="26994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1" y="1752654"/>
            <a:ext cx="2842559" cy="2699488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8689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3" y="564921"/>
            <a:ext cx="7210393" cy="810704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651250" y="1752656"/>
            <a:ext cx="4069387" cy="2699484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1752655"/>
            <a:ext cx="2907192" cy="2699486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775847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2" y="3533713"/>
            <a:ext cx="7210394" cy="339788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0242" y="457198"/>
            <a:ext cx="7210394" cy="2692181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39" y="3877188"/>
            <a:ext cx="7210397" cy="467228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348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57662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41" y="457198"/>
            <a:ext cx="7210394" cy="2694563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3712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80325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Rectangle 14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5892" y="457199"/>
            <a:ext cx="6539158" cy="2277046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051717" y="2740034"/>
            <a:ext cx="6117434" cy="411726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2" y="3533712"/>
            <a:ext cx="7210394" cy="818092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2444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  <p:sp>
        <p:nvSpPr>
          <p:cNvPr id="16" name="TextBox 15"/>
          <p:cNvSpPr txBox="1"/>
          <p:nvPr/>
        </p:nvSpPr>
        <p:spPr>
          <a:xfrm>
            <a:off x="437679" y="56108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7107" y="2275143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90311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4446471"/>
            <a:ext cx="7828359" cy="240873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4447216"/>
            <a:ext cx="1202248" cy="108203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0" y="3425991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2" name="Rectangle 11"/>
          <p:cNvSpPr/>
          <p:nvPr/>
        </p:nvSpPr>
        <p:spPr>
          <a:xfrm>
            <a:off x="7939371" y="3425991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0239" y="3533712"/>
            <a:ext cx="7210397" cy="441401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10240" y="3975112"/>
            <a:ext cx="7210397" cy="376691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47092" y="3532444"/>
            <a:ext cx="865613" cy="818092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223800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7" name="Rectangle 16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501917" y="564921"/>
            <a:ext cx="7218720" cy="81070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495709" y="1752655"/>
            <a:ext cx="2302526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510241" y="2267005"/>
            <a:ext cx="2287277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67019" y="1752655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2959103" y="2267005"/>
            <a:ext cx="2297430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18117" y="1752655"/>
            <a:ext cx="230251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5418117" y="2267005"/>
            <a:ext cx="2302519" cy="2185135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44011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8" name="Rectangle 17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510242" y="564921"/>
            <a:ext cx="7210395" cy="81070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510239" y="3223127"/>
            <a:ext cx="228727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510239" y="1752655"/>
            <a:ext cx="228727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510239" y="3655324"/>
            <a:ext cx="2287279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959103" y="3223127"/>
            <a:ext cx="2297430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2959103" y="1752655"/>
            <a:ext cx="2297430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2958088" y="3655323"/>
            <a:ext cx="2300473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5423009" y="3223127"/>
            <a:ext cx="2297629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5423008" y="1752655"/>
            <a:ext cx="2297629" cy="1143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5422915" y="3655321"/>
            <a:ext cx="2300672" cy="796817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68819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477680"/>
            <a:ext cx="7828359" cy="240873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9370" y="1478425"/>
            <a:ext cx="1202248" cy="108203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457200"/>
            <a:ext cx="7828359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7939371" y="457200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623808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6087155" y="1402046"/>
            <a:ext cx="3830241" cy="102614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 rot="5400000">
            <a:off x="7401152" y="4029302"/>
            <a:ext cx="1202248" cy="102614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596923" y="457198"/>
            <a:ext cx="805352" cy="3265320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0241" y="457198"/>
            <a:ext cx="6652503" cy="3994942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5105344" y="4452141"/>
            <a:ext cx="20574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10241" y="4452141"/>
            <a:ext cx="4595104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573163" y="4048975"/>
            <a:ext cx="865613" cy="818092"/>
          </a:xfrm>
        </p:spPr>
        <p:txBody>
          <a:bodyPr anchor="t"/>
          <a:lstStyle>
            <a:lvl1pPr algn="ctr">
              <a:defRPr/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813748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19" Target="../media/image1.png" Type="http://schemas.openxmlformats.org/officeDocument/2006/relationships/image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0241" y="564921"/>
            <a:ext cx="7210396" cy="8107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0241" y="1752655"/>
            <a:ext cx="7210396" cy="26994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663236" y="4452141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0241" y="4452141"/>
            <a:ext cx="515299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47092" y="564921"/>
            <a:ext cx="865613" cy="8180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77228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0240" y="2110646"/>
            <a:ext cx="3523769" cy="198350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0700"/>
                <a:gridCol w="1790700"/>
                <a:gridCol w="1790700"/>
                <a:gridCol w="1790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195592" y="2110287"/>
            <a:ext cx="3525044" cy="198422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2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0240" y="2110646"/>
            <a:ext cx="3523769" cy="198350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71700" y="1752600"/>
            <a:ext cx="3886200" cy="2184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752600"/>
          <a:ext cx="7200900" cy="2692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300"/>
                <a:gridCol w="2400300"/>
                <a:gridCol w="2400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9D360E"/>
      </a:dk2>
      <a:lt2>
        <a:srgbClr val="E7E6E6"/>
      </a:lt2>
      <a:accent1>
        <a:srgbClr val="F09415"/>
      </a:accent1>
      <a:accent2>
        <a:srgbClr val="C1B56B"/>
      </a:accent2>
      <a:accent3>
        <a:srgbClr val="4BAF73"/>
      </a:accent3>
      <a:accent4>
        <a:srgbClr val="5AA6C0"/>
      </a:accent4>
      <a:accent5>
        <a:srgbClr val="D17DF9"/>
      </a:accent5>
      <a:accent6>
        <a:srgbClr val="FA7E5C"/>
      </a:accent6>
      <a:hlink>
        <a:srgbClr val="FFAE3E"/>
      </a:hlink>
      <a:folHlink>
        <a:srgbClr val="FCC77E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270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44000"/>
                <a:satMod val="20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0CBE056-4EF4-4D92-969E-947779DA7AA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Berlin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Trebuchet MS</vt:lpstr>
      <vt:lpstr>Berlin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2026-05-23T07:46:53Z</dcterms:created>
  <dcterms:modified xsi:type="dcterms:W3CDTF">2026-05-23T07:46:53Z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