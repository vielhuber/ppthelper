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3295530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70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0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2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15242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60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1752655"/>
            <a:ext cx="3523769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3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2"/>
            <a:ext cx="7210397" cy="81070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5"/>
            <a:ext cx="3354245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391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1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56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5"/>
            <a:ext cx="4206252" cy="26994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1752654"/>
            <a:ext cx="2842559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8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3" y="564921"/>
            <a:ext cx="7210393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907192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5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8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8"/>
            <a:ext cx="7210397" cy="46722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48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6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8"/>
            <a:ext cx="721039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71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25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0311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2"/>
            <a:ext cx="7210397" cy="4414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2"/>
            <a:ext cx="7210397" cy="37669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38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7" y="564921"/>
            <a:ext cx="7218720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5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5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2267005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401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5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881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8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6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2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8"/>
            <a:ext cx="6652503" cy="399494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1"/>
            <a:ext cx="459510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4048975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3748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4452141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722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5592" y="2110287"/>
            <a:ext cx="3525044" cy="198422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7526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Berlin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2026-07-21T15:34:24Z</dcterms:created>
  <dcterms:modified xsi:type="dcterms:W3CDTF">2026-07-21T15:34:24Z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