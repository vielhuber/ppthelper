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182138"/>
            <a:ext cx="6726063" cy="206957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3182884"/>
            <a:ext cx="2307831" cy="2077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942559"/>
            <a:ext cx="6726064" cy="12452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1942559"/>
            <a:ext cx="2307832" cy="1245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050282"/>
            <a:ext cx="6108101" cy="1029803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3295530"/>
            <a:ext cx="6108101" cy="838265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062753"/>
            <a:ext cx="878916" cy="101733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70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802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651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3065926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0447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0447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2152421"/>
            <a:ext cx="7210395" cy="818091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2" y="3174129"/>
            <a:ext cx="7210395" cy="1278013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15242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600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1752655"/>
            <a:ext cx="3523769" cy="2699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1752655"/>
            <a:ext cx="3525044" cy="2699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53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564922"/>
            <a:ext cx="7210397" cy="81070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1752655"/>
            <a:ext cx="3354245" cy="51985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2272507"/>
            <a:ext cx="3523766" cy="217963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1752655"/>
            <a:ext cx="3355521" cy="51905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2272507"/>
            <a:ext cx="3525044" cy="217963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391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81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56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564920"/>
            <a:ext cx="7210394" cy="810705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1752655"/>
            <a:ext cx="4206252" cy="26994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1752654"/>
            <a:ext cx="2842559" cy="2699488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868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3" y="564921"/>
            <a:ext cx="7210393" cy="810704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1752656"/>
            <a:ext cx="4069387" cy="2699484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1752655"/>
            <a:ext cx="2907192" cy="2699486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758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3533713"/>
            <a:ext cx="7210394" cy="339788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457198"/>
            <a:ext cx="7210394" cy="2692181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3877188"/>
            <a:ext cx="7210397" cy="46722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48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76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457198"/>
            <a:ext cx="7210394" cy="2694563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71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0325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457199"/>
            <a:ext cx="6539158" cy="2277046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2740034"/>
            <a:ext cx="611743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56108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227514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90311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3533712"/>
            <a:ext cx="7210397" cy="44140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3975112"/>
            <a:ext cx="7210397" cy="376691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2380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7" y="564921"/>
            <a:ext cx="7218720" cy="81070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1752655"/>
            <a:ext cx="2302526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2267005"/>
            <a:ext cx="2287277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1752655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2267005"/>
            <a:ext cx="2297430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1752655"/>
            <a:ext cx="230251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2267005"/>
            <a:ext cx="2302519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4011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2" y="564921"/>
            <a:ext cx="7210395" cy="81070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3223127"/>
            <a:ext cx="228727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1752655"/>
            <a:ext cx="228727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3655324"/>
            <a:ext cx="2287279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3223127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1752655"/>
            <a:ext cx="2297430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3655323"/>
            <a:ext cx="2300473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3223127"/>
            <a:ext cx="22976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1752655"/>
            <a:ext cx="229762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3655321"/>
            <a:ext cx="2300672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881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238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6087155" y="1402046"/>
            <a:ext cx="3830241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401152" y="4029302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457198"/>
            <a:ext cx="805352" cy="326532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457198"/>
            <a:ext cx="6652503" cy="399494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4452141"/>
            <a:ext cx="20574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4452141"/>
            <a:ext cx="459510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4048975"/>
            <a:ext cx="865613" cy="818092"/>
          </a:xfrm>
        </p:spPr>
        <p:txBody>
          <a:bodyPr anchor="t"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13748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564921"/>
            <a:ext cx="7210396" cy="810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1752655"/>
            <a:ext cx="7210396" cy="2699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4452141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4452141"/>
            <a:ext cx="51529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564921"/>
            <a:ext cx="865613" cy="8180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722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0240" y="2110646"/>
            <a:ext cx="3523769" cy="19835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5592" y="2110287"/>
            <a:ext cx="3525044" cy="198422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0240" y="2110646"/>
            <a:ext cx="3523769" cy="19835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752600"/>
            <a:ext cx="388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Trebuchet MS</vt:lpstr>
      <vt:lpstr>Berlin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2026-05-25T19:48:06Z</dcterms:created>
  <dcterms:modified xsi:type="dcterms:W3CDTF">2026-05-25T19:48:06Z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