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41"/>
          <a:sy d="100" n="141"/>
        </p:scale>
        <p:origin x="744" y="11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5143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1" y="0"/>
            <a:ext cx="1728788" cy="51435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07319" y="841772"/>
            <a:ext cx="6593681" cy="179070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07319" y="2701528"/>
            <a:ext cx="6593681" cy="1241822"/>
          </a:xfrm>
        </p:spPr>
        <p:txBody>
          <a:bodyPr>
            <a:normAutofit/>
          </a:bodyPr>
          <a:lstStyle>
            <a:lvl1pPr marL="0" indent="0" algn="l">
              <a:buNone/>
              <a:defRPr sz="1500" cap="all" baseline="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08133" y="4057651"/>
            <a:ext cx="2057400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07318" y="4057651"/>
            <a:ext cx="3843665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422684" y="4057650"/>
            <a:ext cx="578317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5158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1024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064420"/>
            <a:ext cx="7429500" cy="2139553"/>
          </a:xfrm>
        </p:spPr>
        <p:txBody>
          <a:bodyPr anchor="b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318272"/>
            <a:ext cx="7429500" cy="1031082"/>
          </a:xfrm>
        </p:spPr>
        <p:txBody>
          <a:bodyPr>
            <a:normAutofit/>
          </a:bodyPr>
          <a:lstStyle>
            <a:lvl1pPr marL="0" indent="0">
              <a:buNone/>
              <a:defRPr sz="135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9871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8" y="1687114"/>
            <a:ext cx="3658792" cy="265628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1687114"/>
            <a:ext cx="3656408" cy="265628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2679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464345"/>
            <a:ext cx="7429500" cy="110847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7515" y="1687115"/>
            <a:ext cx="3487337" cy="617934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8" y="2305048"/>
            <a:ext cx="3658793" cy="203835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0606" y="1687114"/>
            <a:ext cx="3484952" cy="617934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305048"/>
            <a:ext cx="3656408" cy="203835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93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345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079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029" y="457201"/>
            <a:ext cx="2892028" cy="1229913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150" y="444499"/>
            <a:ext cx="4418407" cy="3898901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029" y="1687114"/>
            <a:ext cx="2892028" cy="265628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4802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457200"/>
            <a:ext cx="4450881" cy="122991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5541" y="457201"/>
            <a:ext cx="2750018" cy="38861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1687114"/>
            <a:ext cx="4450883" cy="265628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716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3228499"/>
            <a:ext cx="7434266" cy="614516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56058" y="454819"/>
            <a:ext cx="7434266" cy="2474834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40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4" y="3843015"/>
            <a:ext cx="7433144" cy="51185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421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93" y="457200"/>
            <a:ext cx="7429466" cy="257175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3314700"/>
            <a:ext cx="7428344" cy="1028699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0227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457200"/>
            <a:ext cx="6977064" cy="2061322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524168"/>
            <a:ext cx="6564224" cy="411726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3232439"/>
            <a:ext cx="7429502" cy="1117122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677634" y="549295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03028" y="2073729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142598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600531"/>
            <a:ext cx="7429501" cy="1883876"/>
          </a:xfrm>
        </p:spPr>
        <p:txBody>
          <a:bodyPr anchor="b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3" y="3493241"/>
            <a:ext cx="7428379" cy="855483"/>
          </a:xfrm>
        </p:spPr>
        <p:txBody>
          <a:bodyPr anchor="t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9608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56060" y="457200"/>
            <a:ext cx="7429499" cy="14287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856058" y="2005847"/>
            <a:ext cx="2397674" cy="51435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845939" y="2520197"/>
            <a:ext cx="2406551" cy="182320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6075" y="2008226"/>
            <a:ext cx="2388289" cy="51435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78160" y="2522576"/>
            <a:ext cx="2396873" cy="182320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332" y="2005847"/>
            <a:ext cx="2396226" cy="51435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89332" y="2520197"/>
            <a:ext cx="2396226" cy="182320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3327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56059" y="457200"/>
            <a:ext cx="7429499" cy="14287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856060" y="3303447"/>
            <a:ext cx="2396430" cy="432197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5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56060" y="2000249"/>
            <a:ext cx="2396430" cy="1143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5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856060" y="3735644"/>
            <a:ext cx="2396430" cy="61338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66790" y="3303447"/>
            <a:ext cx="2400300" cy="432197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5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66790" y="2000249"/>
            <a:ext cx="2399205" cy="1143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5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65695" y="3735643"/>
            <a:ext cx="2400300" cy="60775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426" y="3303446"/>
            <a:ext cx="2393056" cy="432197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5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89332" y="2000249"/>
            <a:ext cx="2396227" cy="1143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5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89332" y="3735641"/>
            <a:ext cx="2396226" cy="607759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9432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9390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1" y="457200"/>
            <a:ext cx="1503758" cy="38862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7" y="457200"/>
            <a:ext cx="5811443" cy="3886201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80710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2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5143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0716" y="0"/>
            <a:ext cx="9040416" cy="51435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463888"/>
            <a:ext cx="7429499" cy="11089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1687115"/>
            <a:ext cx="7429499" cy="26562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92691" y="441245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4412457"/>
            <a:ext cx="4679482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07241" y="4412456"/>
            <a:ext cx="5783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7776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6058" y="1985502"/>
            <a:ext cx="3658792" cy="205950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676400"/>
          <a:ext cx="7416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200"/>
                <a:gridCol w="1854200"/>
                <a:gridCol w="1854200"/>
                <a:gridCol w="1854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1" y="1986173"/>
            <a:ext cx="3656408" cy="20581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676400"/>
          <a:ext cx="7416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6058" y="1985502"/>
            <a:ext cx="3658792" cy="205950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676400"/>
            <a:ext cx="38100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676400"/>
          <a:ext cx="7416800" cy="2654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chaltkreis">
  <a:themeElements>
    <a:clrScheme name="Schaltkreis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Schaltkreis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chaltkreis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Schaltkreis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Tw Cen MT</vt:lpstr>
      <vt:lpstr>Schaltkreis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2026-05-25T19:48:06Z</dcterms:created>
  <dcterms:modified xsi:type="dcterms:W3CDTF">2026-05-25T19:48:06Z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