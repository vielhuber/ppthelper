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41"/>
          <a:sy d="100" n="141"/>
        </p:scale>
        <p:origin x="744" y="11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0"/>
            <a:ext cx="1728788" cy="51435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7319" y="841772"/>
            <a:ext cx="6593681" cy="179070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7319" y="2701528"/>
            <a:ext cx="6593681" cy="1241822"/>
          </a:xfrm>
        </p:spPr>
        <p:txBody>
          <a:bodyPr>
            <a:normAutofit/>
          </a:bodyPr>
          <a:lstStyle>
            <a:lvl1pPr marL="0" indent="0" algn="l">
              <a:buNone/>
              <a:defRPr sz="1500" cap="all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08133" y="4057651"/>
            <a:ext cx="2057400" cy="273844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07318" y="4057651"/>
            <a:ext cx="3843665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2684" y="4057650"/>
            <a:ext cx="578317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515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02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064420"/>
            <a:ext cx="7429500" cy="2139553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318272"/>
            <a:ext cx="7429500" cy="1031082"/>
          </a:xfrm>
        </p:spPr>
        <p:txBody>
          <a:bodyPr>
            <a:normAutofit/>
          </a:bodyPr>
          <a:lstStyle>
            <a:lvl1pPr marL="0" indent="0">
              <a:buNone/>
              <a:defRPr sz="135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98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1687114"/>
            <a:ext cx="3658792" cy="265628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687114"/>
            <a:ext cx="3656408" cy="265628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267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64345"/>
            <a:ext cx="7429500" cy="110847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515" y="1687115"/>
            <a:ext cx="3487337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2305048"/>
            <a:ext cx="3658793" cy="203835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6" y="1687114"/>
            <a:ext cx="3484952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05048"/>
            <a:ext cx="3656408" cy="203835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3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345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079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457201"/>
            <a:ext cx="2892028" cy="122991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444499"/>
            <a:ext cx="4418407" cy="3898901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1687114"/>
            <a:ext cx="2892028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480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4450881" cy="122991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5541" y="457201"/>
            <a:ext cx="2750018" cy="38861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1687114"/>
            <a:ext cx="4450883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716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3228499"/>
            <a:ext cx="7434266" cy="614516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454819"/>
            <a:ext cx="7434266" cy="2474834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40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3843015"/>
            <a:ext cx="7433144" cy="51185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421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457200"/>
            <a:ext cx="7429466" cy="257175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314700"/>
            <a:ext cx="7428344" cy="1028699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022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061322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524168"/>
            <a:ext cx="656422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232439"/>
            <a:ext cx="7429502" cy="1117122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677634" y="54929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3028" y="207372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42598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600531"/>
            <a:ext cx="7429501" cy="1883876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3493241"/>
            <a:ext cx="7428379" cy="855483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9608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005847"/>
            <a:ext cx="2397674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45939" y="2520197"/>
            <a:ext cx="2406551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008226"/>
            <a:ext cx="2388289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78160" y="2522576"/>
            <a:ext cx="2396873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005847"/>
            <a:ext cx="2396226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2520197"/>
            <a:ext cx="2396226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3327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457200"/>
            <a:ext cx="7429499" cy="14287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3303447"/>
            <a:ext cx="239643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000249"/>
            <a:ext cx="2396430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3735644"/>
            <a:ext cx="2396430" cy="61338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3303447"/>
            <a:ext cx="240030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000249"/>
            <a:ext cx="2399205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3735643"/>
            <a:ext cx="2400300" cy="60775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3303446"/>
            <a:ext cx="2393056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000249"/>
            <a:ext cx="2396227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3735641"/>
            <a:ext cx="2396226" cy="60775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432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390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457200"/>
            <a:ext cx="1503758" cy="388620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457200"/>
            <a:ext cx="5811443" cy="388620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80710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media/image2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0716" y="0"/>
            <a:ext cx="9040416" cy="51435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1687115"/>
            <a:ext cx="7429499" cy="2656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7776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56058" y="1985502"/>
            <a:ext cx="3658792" cy="205950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50900" y="1676400"/>
          <a:ext cx="74168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4200"/>
                <a:gridCol w="1854200"/>
                <a:gridCol w="1854200"/>
                <a:gridCol w="1854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29151" y="1986173"/>
            <a:ext cx="3656408" cy="205816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50900" y="1676400"/>
          <a:ext cx="74168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0"/>
                <a:gridCol w="2463800"/>
                <a:gridCol w="2463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56058" y="1985502"/>
            <a:ext cx="3658792" cy="205950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676400"/>
            <a:ext cx="3810000" cy="214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50900" y="1676400"/>
          <a:ext cx="7416800" cy="2654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0"/>
                <a:gridCol w="2463800"/>
                <a:gridCol w="2463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altkreis">
  <a:themeElements>
    <a:clrScheme name="Schaltkreis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Schaltkreis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haltkreis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Schaltkreis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Tw Cen MT</vt:lpstr>
      <vt:lpstr>Schaltkreis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2026-05-23T07:46:54Z</dcterms:created>
  <dcterms:modified xsi:type="dcterms:W3CDTF">2026-05-23T07:46:54Z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