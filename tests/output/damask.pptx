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6452" y="841772"/>
            <a:ext cx="6751097" cy="17907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6452" y="2701528"/>
            <a:ext cx="6751097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15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0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933" y="492920"/>
            <a:ext cx="7300134" cy="2139553"/>
          </a:xfrm>
        </p:spPr>
        <p:txBody>
          <a:bodyPr anchor="b">
            <a:normAutofit/>
          </a:bodyPr>
          <a:lstStyle>
            <a:lvl1pPr>
              <a:defRPr sz="25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933" y="2701529"/>
            <a:ext cx="7300134" cy="1125140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0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6" y="1566240"/>
            <a:ext cx="3829503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0052" y="1566240"/>
            <a:ext cx="3820616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0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1"/>
            <a:ext cx="7765321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354" y="1566240"/>
            <a:ext cx="3659399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346" y="2184174"/>
            <a:ext cx="3830406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1502" y="1566240"/>
            <a:ext cx="3649166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184174"/>
            <a:ext cx="3821518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5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37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2949178" cy="1771650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8548" y="457200"/>
            <a:ext cx="4642119" cy="388620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7921" y="2228850"/>
            <a:ext cx="2949178" cy="2114549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9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4447330" cy="177165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3" y="569161"/>
            <a:ext cx="2441517" cy="3662279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2228850"/>
            <a:ext cx="4451213" cy="211455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8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3217030"/>
            <a:ext cx="7775673" cy="614516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355" y="465991"/>
            <a:ext cx="7775673" cy="2534801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74499" cy="511854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7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2568644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3153615"/>
            <a:ext cx="7765321" cy="119414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358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20109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3153616"/>
            <a:ext cx="7765322" cy="11897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55143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3467" y="222907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994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1595207"/>
            <a:ext cx="7766495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487917"/>
            <a:ext cx="7765322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22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5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66240"/>
            <a:ext cx="2474217" cy="617479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183718"/>
            <a:ext cx="2474217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3658" y="1566240"/>
            <a:ext cx="2473919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3659" y="2183718"/>
            <a:ext cx="2474866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566240"/>
            <a:ext cx="2468408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2260" y="2183718"/>
            <a:ext cx="2468408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948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7" y="3146924"/>
            <a:ext cx="247421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19015" y="1724240"/>
            <a:ext cx="2205038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7" y="3579121"/>
            <a:ext cx="2474216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26" y="3146924"/>
            <a:ext cx="247423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724240"/>
            <a:ext cx="2197894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79120"/>
            <a:ext cx="2475252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0067" y="3146924"/>
            <a:ext cx="2467425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14603" y="1724240"/>
            <a:ext cx="2199085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973" y="3579121"/>
            <a:ext cx="2470694" cy="76427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59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88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0"/>
            <a:ext cx="1906993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6" y="457200"/>
            <a:ext cx="5744029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8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72048"/>
            <a:ext cx="7765322" cy="2771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6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038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0052" y="1879521"/>
            <a:ext cx="3820616" cy="215059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562100"/>
            <a:ext cx="40132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Bookman Old Style</vt:lpstr>
      <vt:lpstr>Calibri</vt:lpstr>
      <vt:lpstr>Rockwell</vt:lpstr>
      <vt:lpstr>Damask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2026-05-25T08:27:58Z</dcterms:created>
  <dcterms:modified xsi:type="dcterms:W3CDTF">2026-05-25T08:27:58Z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