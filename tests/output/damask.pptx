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41"/>
          <a:sy d="100" n="141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1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0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0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5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87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9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8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35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942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2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48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59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88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888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3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6" y="1877020"/>
            <a:ext cx="3829503" cy="21556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5621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0052" y="1879521"/>
            <a:ext cx="3820616" cy="215059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5621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6" y="1877020"/>
            <a:ext cx="3829503" cy="21556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562100"/>
            <a:ext cx="40132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562100"/>
          <a:ext cx="775970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Rockwell</vt:lpstr>
      <vt:lpstr>Damask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2026-05-25T19:48:07Z</dcterms:created>
  <dcterms:modified xsi:type="dcterms:W3CDTF">2026-05-25T19:48:07Z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