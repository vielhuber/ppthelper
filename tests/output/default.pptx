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3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E22E9-83F1-5EAB-1AE2-39360AD31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F952FC-A593-5E8B-FB5E-2D9405309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0D7230-B010-8542-E186-C500BAF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A74EB-A2D7-28EC-4372-E5C0EC7A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A22104-35EE-CC73-E7DA-AD35DE87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5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3BCD1-AFA5-DCA9-7B68-832F9A03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7C1CE-BA65-1386-A5C3-4A2FEC3B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2E2E6A-BA10-F392-68E1-3D8EFA81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6CACDD-D45D-BF5C-5075-FECFEC4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4B04F6-2B95-37BF-B464-5F9B30BE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F145A-A493-696A-012F-58D4857E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470B93-89C5-ED5D-716D-33775B0F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8A0BC-5485-06B7-C70E-89E25A3C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425F7-E565-A868-39BB-8B964112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76657-6889-2EBA-16D2-D7F2A161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35C34-F326-4351-4BA3-F67066AD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8C48F-A826-6077-5E7A-6EAEDD456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BEF76E-2EB3-8E8A-0358-432C92F6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9EC8FB-63F9-0F1C-8B24-203F496C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F4E3FC-EE93-F961-9BE9-64BB7B6C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E7102E-D34F-3024-9DB6-8ED38D98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447A9-937E-ECB4-6AB3-3FD82916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70DC1A-3EE1-C8AC-DB2D-2ED38DFB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166316-265E-2F1E-3EDE-4CF77709A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B4D0D6-0D93-1C8C-B22E-61CB285C9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40B8E3-95AA-611D-D4EA-985D390E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48777F-E818-DFE5-727B-74627D45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59BA55-CCC5-8C2F-86D0-C2EBDA0B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5264B3-74DB-28D4-1D49-103266C3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06B40-9132-E428-613C-CA37B53E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C213A7-66E0-AFE7-C22A-0180DECA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050659-0977-D02D-7FBC-DB264D5C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F9B605-9480-539D-DA89-480415E5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92FA28-6AEF-9FAB-E9C7-3BF5F32A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183C2E-9AFB-B740-D089-B7A751EE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732BA8-D5F9-C02E-97C7-06E077EE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C6F6E-55F4-F489-7F70-BDD72DFC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FFDED-1DB7-02BB-E6DA-820C1F69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E6F703-8B53-6FCE-F306-9E14F1082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CC684C-9435-F82F-2472-8752B9D0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AD0755-F397-A6B0-1166-1FE618CC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ED1AC9-F602-0F21-9D55-7463AF71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A409A-C719-8527-958F-81FD45C6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44D7D4-83DB-F7AF-2D3E-8D15154B9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C96E93-9DFC-E543-9422-93687B4A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34EF4-B395-C28A-438F-418DB289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DDCACF-3A7E-7392-BD24-8D354342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F3D6B1-E73F-FE1C-AF10-AF8829E9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8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06AA2-6854-2A08-C10C-FC7D5F8C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80212D-3F5C-F446-D98B-3B52A3CB6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54D22-13E5-182E-840E-8D2C655B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1B8340-034B-2626-0E13-5E4B373D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322DE-98C3-3F2F-8040-6CA94B5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8BF09F-D630-7F58-0F16-4A286C4C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77C963-93FB-E159-6B45-92C2C1A8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2854E-421C-98D4-E929-05C2B06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C8D6BA-6BD2-7C5C-8AA5-F9D50B71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8FABF-4A61-96EA-CD52-C0BAD6A5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3960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E5D059-F3B2-FF4D-F45F-F43E3D1B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BD065B-FE28-C53D-4F26-3C79E015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181298-6E84-7454-FCBF-B8FFB23A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75DDA3-1A73-41E1-1961-788196DE6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EB41CC-C520-970D-2A85-1793021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8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8650" y="1907213"/>
            <a:ext cx="3886200" cy="218751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3589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2026-07-28T08:59:48Z</dcterms:created>
  <dcterms:modified xsi:type="dcterms:W3CDTF">2026-07-28T08:59:48Z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