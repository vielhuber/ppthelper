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34900" y="2314324"/>
            <a:ext cx="8447150" cy="24786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5894" y="765324"/>
            <a:ext cx="8245162" cy="1106260"/>
          </a:xfrm>
          <a:effectLst/>
        </p:spPr>
        <p:txBody>
          <a:bodyPr anchor="b">
            <a:normAutofit/>
          </a:bodyPr>
          <a:lstStyle>
            <a:lvl1pPr>
              <a:defRPr sz="2700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35895" y="1871584"/>
            <a:ext cx="8245160" cy="442741"/>
          </a:xfrm>
        </p:spPr>
        <p:txBody>
          <a:bodyPr anchor="t">
            <a:normAutofit/>
          </a:bodyPr>
          <a:lstStyle>
            <a:lvl1pPr marL="0" indent="0" algn="l">
              <a:buNone/>
              <a:defRPr sz="1200" cap="all">
                <a:solidFill>
                  <a:schemeClr val="accent2"/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704463" y="4467103"/>
            <a:ext cx="2133600" cy="273844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5894" y="4463859"/>
            <a:ext cx="5187908" cy="273844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18725" y="4467103"/>
            <a:ext cx="762330" cy="273844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7858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330214" y="460805"/>
            <a:ext cx="8482004" cy="89197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4" y="526617"/>
            <a:ext cx="8272212" cy="76035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5895" y="1635373"/>
            <a:ext cx="8272211" cy="275872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18725" y="4467103"/>
            <a:ext cx="789381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4671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35863" y="3856481"/>
            <a:ext cx="8468145" cy="9441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5" y="2282933"/>
            <a:ext cx="8272211" cy="1123130"/>
          </a:xfrm>
        </p:spPr>
        <p:txBody>
          <a:bodyPr anchor="b">
            <a:normAutofit/>
          </a:bodyPr>
          <a:lstStyle>
            <a:lvl1pPr algn="l">
              <a:defRPr sz="2700" b="0" cap="all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5895" y="3406063"/>
            <a:ext cx="8272211" cy="450417"/>
          </a:xfrm>
        </p:spPr>
        <p:txBody>
          <a:bodyPr anchor="t">
            <a:normAutofit/>
          </a:bodyPr>
          <a:lstStyle>
            <a:lvl1pPr marL="0" indent="0" algn="l">
              <a:buNone/>
              <a:defRPr sz="1350" cap="all">
                <a:solidFill>
                  <a:schemeClr val="accent2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1662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34487" y="454916"/>
            <a:ext cx="8475027" cy="9441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5" y="547244"/>
            <a:ext cx="8272212" cy="741249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35895" y="1671003"/>
            <a:ext cx="4066793" cy="2724785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1313" y="1671003"/>
            <a:ext cx="4066794" cy="2724785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38537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334487" y="454916"/>
            <a:ext cx="8475027" cy="9441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435895" y="547244"/>
            <a:ext cx="8272212" cy="741249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5415" y="1688169"/>
            <a:ext cx="3815306" cy="402004"/>
          </a:xfrm>
        </p:spPr>
        <p:txBody>
          <a:bodyPr anchor="b">
            <a:noAutofit/>
          </a:bodyPr>
          <a:lstStyle>
            <a:lvl1pPr marL="0" indent="0">
              <a:buNone/>
              <a:defRPr sz="1650" b="0">
                <a:solidFill>
                  <a:schemeClr val="accent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5896" y="2194540"/>
            <a:ext cx="4044825" cy="2201249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92802" y="1688169"/>
            <a:ext cx="3815305" cy="415030"/>
          </a:xfrm>
        </p:spPr>
        <p:txBody>
          <a:bodyPr anchor="b">
            <a:noAutofit/>
          </a:bodyPr>
          <a:lstStyle>
            <a:lvl1pPr marL="0" indent="0">
              <a:buNone/>
              <a:defRPr sz="1650" b="0">
                <a:solidFill>
                  <a:schemeClr val="accent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282" y="2194540"/>
            <a:ext cx="4044825" cy="2201249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2733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330512" y="454916"/>
            <a:ext cx="8475027" cy="9441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431921" y="547244"/>
            <a:ext cx="8272212" cy="741249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43338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40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335863" y="3856480"/>
            <a:ext cx="8473650" cy="9560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4" y="3946722"/>
            <a:ext cx="3682084" cy="517136"/>
          </a:xfrm>
        </p:spPr>
        <p:txBody>
          <a:bodyPr anchor="ctr"/>
          <a:lstStyle>
            <a:lvl1pPr algn="l">
              <a:defRPr sz="15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5862" y="450900"/>
            <a:ext cx="8469630" cy="3153600"/>
          </a:xfrm>
        </p:spPr>
        <p:txBody>
          <a:bodyPr anchor="ctr">
            <a:normAutofit/>
          </a:bodyPr>
          <a:lstStyle>
            <a:lvl1pPr>
              <a:defRPr sz="1500">
                <a:solidFill>
                  <a:schemeClr val="tx2"/>
                </a:solidFill>
              </a:defRPr>
            </a:lvl1pPr>
            <a:lvl2pPr>
              <a:defRPr sz="1350">
                <a:solidFill>
                  <a:schemeClr val="tx2"/>
                </a:solidFill>
              </a:defRPr>
            </a:lvl2pPr>
            <a:lvl3pPr>
              <a:defRPr sz="1200">
                <a:solidFill>
                  <a:schemeClr val="tx2"/>
                </a:solidFill>
              </a:defRPr>
            </a:lvl3pPr>
            <a:lvl4pPr>
              <a:defRPr sz="1050">
                <a:solidFill>
                  <a:schemeClr val="tx2"/>
                </a:solidFill>
              </a:defRPr>
            </a:lvl4pPr>
            <a:lvl5pPr>
              <a:defRPr sz="1050">
                <a:solidFill>
                  <a:schemeClr val="tx2"/>
                </a:solidFill>
              </a:defRPr>
            </a:lvl5pPr>
            <a:lvl6pPr>
              <a:defRPr sz="1050">
                <a:solidFill>
                  <a:schemeClr val="tx2"/>
                </a:solidFill>
              </a:defRPr>
            </a:lvl6pPr>
            <a:lvl7pPr>
              <a:defRPr sz="1050">
                <a:solidFill>
                  <a:schemeClr val="tx2"/>
                </a:solidFill>
              </a:defRPr>
            </a:lvl7pPr>
            <a:lvl8pPr>
              <a:defRPr sz="1050">
                <a:solidFill>
                  <a:schemeClr val="tx2"/>
                </a:solidFill>
              </a:defRPr>
            </a:lvl8pPr>
            <a:lvl9pPr>
              <a:defRPr sz="1050">
                <a:solidFill>
                  <a:schemeClr val="tx2"/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305618" y="3946723"/>
            <a:ext cx="4402490" cy="517136"/>
          </a:xfrm>
        </p:spPr>
        <p:txBody>
          <a:bodyPr anchor="ctr">
            <a:normAutofit/>
          </a:bodyPr>
          <a:lstStyle>
            <a:lvl1pPr marL="0" indent="0" algn="r">
              <a:buNone/>
              <a:defRPr sz="825">
                <a:solidFill>
                  <a:schemeClr val="bg1"/>
                </a:solidFill>
              </a:defRPr>
            </a:lvl1pPr>
            <a:lvl2pPr marL="342900" indent="0">
              <a:buNone/>
              <a:defRPr sz="825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318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5895" y="3520042"/>
            <a:ext cx="8272212" cy="425054"/>
          </a:xfrm>
        </p:spPr>
        <p:txBody>
          <a:bodyPr anchor="b">
            <a:normAutofit/>
          </a:bodyPr>
          <a:lstStyle>
            <a:lvl1pPr algn="l">
              <a:defRPr sz="1800" b="0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5863" y="449794"/>
            <a:ext cx="8468144" cy="266793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35894" y="3945096"/>
            <a:ext cx="8272213" cy="449003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1900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30214" y="460805"/>
            <a:ext cx="8482004" cy="89197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435894" y="526617"/>
            <a:ext cx="8272212" cy="76035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8753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6629401" y="449794"/>
            <a:ext cx="2180113" cy="4362713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1" y="506795"/>
            <a:ext cx="1503123" cy="388730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81193" y="506795"/>
            <a:ext cx="5922209" cy="3887305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745255" y="4467103"/>
            <a:ext cx="996106" cy="273844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3" y="4463859"/>
            <a:ext cx="5922209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834962" y="4467103"/>
            <a:ext cx="873146" cy="273844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61982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5894" y="528843"/>
            <a:ext cx="8272212" cy="8921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5894" y="1752002"/>
            <a:ext cx="8272212" cy="26420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704464" y="4467103"/>
            <a:ext cx="213359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accent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35894" y="4463859"/>
            <a:ext cx="5187908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 cap="all">
                <a:solidFill>
                  <a:schemeClr val="accent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918725" y="4467103"/>
            <a:ext cx="789383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accent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34901" y="342900"/>
            <a:ext cx="2777490" cy="7124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6031610" y="340232"/>
            <a:ext cx="2777490" cy="73916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3181373" y="342900"/>
            <a:ext cx="2777490" cy="6858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425691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342900" rtl="0" eaLnBrk="1" latinLnBrk="0" hangingPunct="1">
        <a:spcBef>
          <a:spcPct val="0"/>
        </a:spcBef>
        <a:buNone/>
        <a:defRPr sz="21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29500" indent="-22950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350" kern="1200">
          <a:solidFill>
            <a:schemeClr val="tx2"/>
          </a:solidFill>
          <a:latin typeface="+mn-lt"/>
          <a:ea typeface="+mn-ea"/>
          <a:cs typeface="+mn-cs"/>
        </a:defRPr>
      </a:lvl1pPr>
      <a:lvl2pPr marL="472500" indent="-22950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2pPr>
      <a:lvl3pPr marL="675000" indent="-20250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050" kern="1200">
          <a:solidFill>
            <a:schemeClr val="tx2"/>
          </a:solidFill>
          <a:latin typeface="+mn-lt"/>
          <a:ea typeface="+mn-ea"/>
          <a:cs typeface="+mn-cs"/>
        </a:defRPr>
      </a:lvl3pPr>
      <a:lvl4pPr marL="931500" indent="-17550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4pPr>
      <a:lvl5pPr marL="1201500" indent="-17550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5pPr>
      <a:lvl6pPr marL="142500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6pPr>
      <a:lvl7pPr marL="165000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7pPr>
      <a:lvl8pPr marL="187500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8pPr>
      <a:lvl9pPr marL="210000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9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5895" y="1888810"/>
            <a:ext cx="4066793" cy="228917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31800" y="1739900"/>
          <a:ext cx="82677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1313" y="1888810"/>
            <a:ext cx="4066794" cy="228917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31800" y="1739900"/>
          <a:ext cx="82677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5900"/>
                <a:gridCol w="2755900"/>
                <a:gridCol w="2755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5895" y="1888810"/>
            <a:ext cx="4066793" cy="228917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67000" y="1739900"/>
            <a:ext cx="37973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31800" y="1739900"/>
          <a:ext cx="8267700" cy="264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5900"/>
                <a:gridCol w="2755900"/>
                <a:gridCol w="2755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Dividende">
  <a:themeElements>
    <a:clrScheme name="Dividende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4D1434"/>
      </a:accent1>
      <a:accent2>
        <a:srgbClr val="903163"/>
      </a:accent2>
      <a:accent3>
        <a:srgbClr val="B2324B"/>
      </a:accent3>
      <a:accent4>
        <a:srgbClr val="969FA7"/>
      </a:accent4>
      <a:accent5>
        <a:srgbClr val="66B1CE"/>
      </a:accent5>
      <a:accent6>
        <a:srgbClr val="40619D"/>
      </a:accent6>
      <a:hlink>
        <a:srgbClr val="828282"/>
      </a:hlink>
      <a:folHlink>
        <a:srgbClr val="A5A5A5"/>
      </a:folHlink>
    </a:clrScheme>
    <a:fontScheme name="Dividend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e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C21699FF-00E4-43C8-BBCC-D7E5536C371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Dividende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Calibri</vt:lpstr>
      <vt:lpstr>Gill Sans MT</vt:lpstr>
      <vt:lpstr>Wingdings 2</vt:lpstr>
      <vt:lpstr>Dividende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2026-05-25T19:48:07Z</dcterms:created>
  <dcterms:modified xsi:type="dcterms:W3CDTF">2026-05-25T19:48:07Z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