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34900" y="2314324"/>
            <a:ext cx="8447150" cy="24786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5894" y="765324"/>
            <a:ext cx="8245162" cy="1106260"/>
          </a:xfrm>
          <a:effectLst/>
        </p:spPr>
        <p:txBody>
          <a:bodyPr anchor="b">
            <a:normAutofit/>
          </a:bodyPr>
          <a:lstStyle>
            <a:lvl1pPr>
              <a:defRPr sz="270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5895" y="1871584"/>
            <a:ext cx="8245160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200" cap="all">
                <a:solidFill>
                  <a:schemeClr val="accent2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704463" y="4467103"/>
            <a:ext cx="2133600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5894" y="4463859"/>
            <a:ext cx="5187908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8725" y="4467103"/>
            <a:ext cx="762330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858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330214" y="460805"/>
            <a:ext cx="8482004" cy="89197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4" y="526617"/>
            <a:ext cx="8272212" cy="7603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5895" y="1635373"/>
            <a:ext cx="8272211" cy="275872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8725" y="4467103"/>
            <a:ext cx="78938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467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35863" y="3856481"/>
            <a:ext cx="8468145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2282933"/>
            <a:ext cx="8272211" cy="1123130"/>
          </a:xfrm>
        </p:spPr>
        <p:txBody>
          <a:bodyPr anchor="b">
            <a:normAutofit/>
          </a:bodyPr>
          <a:lstStyle>
            <a:lvl1pPr algn="l">
              <a:defRPr sz="2700" b="0" cap="all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5" y="3406063"/>
            <a:ext cx="8272211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350" cap="all">
                <a:solidFill>
                  <a:schemeClr val="accent2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166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34487" y="454916"/>
            <a:ext cx="8475027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547244"/>
            <a:ext cx="8272212" cy="74124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35895" y="1671003"/>
            <a:ext cx="4066793" cy="272478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1313" y="1671003"/>
            <a:ext cx="4066794" cy="272478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853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334487" y="454916"/>
            <a:ext cx="8475027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435895" y="547244"/>
            <a:ext cx="8272212" cy="74124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5415" y="1688169"/>
            <a:ext cx="3815306" cy="402004"/>
          </a:xfrm>
        </p:spPr>
        <p:txBody>
          <a:bodyPr anchor="b">
            <a:noAutofit/>
          </a:bodyPr>
          <a:lstStyle>
            <a:lvl1pPr marL="0" indent="0">
              <a:buNone/>
              <a:defRPr sz="1650" b="0">
                <a:solidFill>
                  <a:schemeClr val="accent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5896" y="2194540"/>
            <a:ext cx="4044825" cy="220124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2802" y="1688169"/>
            <a:ext cx="3815305" cy="415030"/>
          </a:xfrm>
        </p:spPr>
        <p:txBody>
          <a:bodyPr anchor="b">
            <a:noAutofit/>
          </a:bodyPr>
          <a:lstStyle>
            <a:lvl1pPr marL="0" indent="0">
              <a:buNone/>
              <a:defRPr sz="1650" b="0">
                <a:solidFill>
                  <a:schemeClr val="accent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282" y="2194540"/>
            <a:ext cx="4044825" cy="220124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73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330512" y="454916"/>
            <a:ext cx="8475027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431921" y="547244"/>
            <a:ext cx="8272212" cy="74124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333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40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35863" y="3856480"/>
            <a:ext cx="8473650" cy="9560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4" y="3946722"/>
            <a:ext cx="3682084" cy="517136"/>
          </a:xfrm>
        </p:spPr>
        <p:txBody>
          <a:bodyPr anchor="ctr"/>
          <a:lstStyle>
            <a:lvl1pPr algn="l">
              <a:defRPr sz="15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862" y="450900"/>
            <a:ext cx="8469630" cy="3153600"/>
          </a:xfrm>
        </p:spPr>
        <p:txBody>
          <a:bodyPr anchor="ctr">
            <a:normAutofit/>
          </a:bodyPr>
          <a:lstStyle>
            <a:lvl1pPr>
              <a:defRPr sz="1500">
                <a:solidFill>
                  <a:schemeClr val="tx2"/>
                </a:solidFill>
              </a:defRPr>
            </a:lvl1pPr>
            <a:lvl2pPr>
              <a:defRPr sz="1350">
                <a:solidFill>
                  <a:schemeClr val="tx2"/>
                </a:solidFill>
              </a:defRPr>
            </a:lvl2pPr>
            <a:lvl3pPr>
              <a:defRPr sz="1200">
                <a:solidFill>
                  <a:schemeClr val="tx2"/>
                </a:solidFill>
              </a:defRPr>
            </a:lvl3pPr>
            <a:lvl4pPr>
              <a:defRPr sz="1050">
                <a:solidFill>
                  <a:schemeClr val="tx2"/>
                </a:solidFill>
              </a:defRPr>
            </a:lvl4pPr>
            <a:lvl5pPr>
              <a:defRPr sz="1050">
                <a:solidFill>
                  <a:schemeClr val="tx2"/>
                </a:solidFill>
              </a:defRPr>
            </a:lvl5pPr>
            <a:lvl6pPr>
              <a:defRPr sz="1050">
                <a:solidFill>
                  <a:schemeClr val="tx2"/>
                </a:solidFill>
              </a:defRPr>
            </a:lvl6pPr>
            <a:lvl7pPr>
              <a:defRPr sz="1050">
                <a:solidFill>
                  <a:schemeClr val="tx2"/>
                </a:solidFill>
              </a:defRPr>
            </a:lvl7pPr>
            <a:lvl8pPr>
              <a:defRPr sz="1050">
                <a:solidFill>
                  <a:schemeClr val="tx2"/>
                </a:solidFill>
              </a:defRPr>
            </a:lvl8pPr>
            <a:lvl9pPr>
              <a:defRPr sz="1050">
                <a:solidFill>
                  <a:schemeClr val="tx2"/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05618" y="3946723"/>
            <a:ext cx="4402490" cy="517136"/>
          </a:xfrm>
        </p:spPr>
        <p:txBody>
          <a:bodyPr anchor="ctr">
            <a:normAutofit/>
          </a:bodyPr>
          <a:lstStyle>
            <a:lvl1pPr marL="0" indent="0" algn="r">
              <a:buNone/>
              <a:defRPr sz="825">
                <a:solidFill>
                  <a:schemeClr val="bg1"/>
                </a:solidFill>
              </a:defRPr>
            </a:lvl1pPr>
            <a:lvl2pPr marL="342900" indent="0">
              <a:buNone/>
              <a:defRPr sz="825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18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3520042"/>
            <a:ext cx="8272212" cy="425054"/>
          </a:xfrm>
        </p:spPr>
        <p:txBody>
          <a:bodyPr anchor="b">
            <a:normAutofit/>
          </a:bodyPr>
          <a:lstStyle>
            <a:lvl1pPr algn="l">
              <a:defRPr sz="1800" b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5863" y="449794"/>
            <a:ext cx="8468144" cy="266793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5894" y="3945096"/>
            <a:ext cx="8272213" cy="449003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190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30214" y="460805"/>
            <a:ext cx="8482004" cy="89197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435894" y="526617"/>
            <a:ext cx="8272212" cy="7603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875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6629401" y="449794"/>
            <a:ext cx="2180113" cy="436271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1" y="506795"/>
            <a:ext cx="1503123" cy="388730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193" y="506795"/>
            <a:ext cx="5922209" cy="3887305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745255" y="4467103"/>
            <a:ext cx="996106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3" y="4463859"/>
            <a:ext cx="592220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34962" y="4467103"/>
            <a:ext cx="873146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61982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5894" y="528843"/>
            <a:ext cx="8272212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4" y="1752002"/>
            <a:ext cx="8272212" cy="26420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04464" y="4467103"/>
            <a:ext cx="213359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5894" y="4463859"/>
            <a:ext cx="518790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18725" y="4467103"/>
            <a:ext cx="78938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34901" y="342900"/>
            <a:ext cx="2777490" cy="7124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031610" y="340232"/>
            <a:ext cx="2777490" cy="7391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3181373" y="342900"/>
            <a:ext cx="2777490" cy="6858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42569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342900" rtl="0" eaLnBrk="1" latinLnBrk="0" hangingPunct="1">
        <a:spcBef>
          <a:spcPct val="0"/>
        </a:spcBef>
        <a:buNone/>
        <a:defRPr sz="21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9500" indent="-229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350" kern="1200">
          <a:solidFill>
            <a:schemeClr val="tx2"/>
          </a:solidFill>
          <a:latin typeface="+mn-lt"/>
          <a:ea typeface="+mn-ea"/>
          <a:cs typeface="+mn-cs"/>
        </a:defRPr>
      </a:lvl1pPr>
      <a:lvl2pPr marL="472500" indent="-229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675000" indent="-202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50" kern="1200">
          <a:solidFill>
            <a:schemeClr val="tx2"/>
          </a:solidFill>
          <a:latin typeface="+mn-lt"/>
          <a:ea typeface="+mn-ea"/>
          <a:cs typeface="+mn-cs"/>
        </a:defRPr>
      </a:lvl3pPr>
      <a:lvl4pPr marL="931500" indent="-175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4pPr>
      <a:lvl5pPr marL="1201500" indent="-175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5pPr>
      <a:lvl6pPr marL="1425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6pPr>
      <a:lvl7pPr marL="165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7pPr>
      <a:lvl8pPr marL="1875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8pPr>
      <a:lvl9pPr marL="21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5895" y="1888810"/>
            <a:ext cx="4066793" cy="22891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31800" y="1739900"/>
          <a:ext cx="8267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1313" y="1888810"/>
            <a:ext cx="4066794" cy="22891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31800" y="1739900"/>
          <a:ext cx="8267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5900"/>
                <a:gridCol w="2755900"/>
                <a:gridCol w="2755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5895" y="1888810"/>
            <a:ext cx="4066793" cy="22891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67000" y="1739900"/>
            <a:ext cx="3797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31800" y="1739900"/>
          <a:ext cx="8267700" cy="264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5900"/>
                <a:gridCol w="2755900"/>
                <a:gridCol w="2755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Dividende">
  <a:themeElements>
    <a:clrScheme name="Dividende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Dividende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Gill Sans MT</vt:lpstr>
      <vt:lpstr>Wingdings 2</vt:lpstr>
      <vt:lpstr>Dividende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2026-07-21T15:34:31Z</dcterms:created>
  <dcterms:modified xsi:type="dcterms:W3CDTF">2026-07-21T15:34:31Z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