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975589"/>
            <a:ext cx="6517482" cy="188191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1"/>
            <a:ext cx="6517482" cy="1028699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122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777287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24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21423"/>
            <a:ext cx="7763814" cy="2052614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743093"/>
            <a:ext cx="7763814" cy="1026137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28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382952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1775320"/>
            <a:ext cx="382905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13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1778263"/>
            <a:ext cx="3655106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2288260"/>
            <a:ext cx="3829520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1778263"/>
            <a:ext cx="3661353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2288260"/>
            <a:ext cx="3829051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75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894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853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2951766" cy="1517439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457201"/>
            <a:ext cx="4650122" cy="38861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1974639"/>
            <a:ext cx="2951767" cy="2368761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7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4451227" cy="1517441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2" y="457201"/>
            <a:ext cx="2441519" cy="38862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1974639"/>
            <a:ext cx="4451212" cy="2368760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098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3217030"/>
            <a:ext cx="7773324" cy="60870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523696"/>
            <a:ext cx="7366899" cy="2410602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831546"/>
            <a:ext cx="7773339" cy="511854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23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2570434"/>
          </a:xfrm>
        </p:spPr>
        <p:txBody>
          <a:bodyPr anchor="ctr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153616"/>
            <a:ext cx="7773339" cy="1189785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72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4460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279597"/>
            <a:ext cx="7773339" cy="106579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51116" y="56562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169" y="22451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640190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604041"/>
            <a:ext cx="7773339" cy="1883876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496751"/>
            <a:ext cx="777333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592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12038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2474232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207517"/>
            <a:ext cx="2474232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1775320"/>
            <a:ext cx="246864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207517"/>
            <a:ext cx="2477513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775320"/>
            <a:ext cx="24786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207517"/>
            <a:ext cx="2478696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394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458079"/>
            <a:ext cx="7773339" cy="120294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3153615"/>
            <a:ext cx="247230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1775320"/>
            <a:ext cx="2472307" cy="1143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3585811"/>
            <a:ext cx="2472307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3153615"/>
            <a:ext cx="247637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1775320"/>
            <a:ext cx="2477514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85811"/>
            <a:ext cx="2477514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3153615"/>
            <a:ext cx="247551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1775320"/>
            <a:ext cx="2478696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3585809"/>
            <a:ext cx="2478790" cy="757591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5487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1775320"/>
            <a:ext cx="7773339" cy="256808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52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1"/>
            <a:ext cx="1914995" cy="38861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457201"/>
            <a:ext cx="5744043" cy="38861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5859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7773339" cy="2568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4412457"/>
            <a:ext cx="500466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7316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84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tx1"/>
        </a:buClr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81687"/>
            <a:ext cx="3829050" cy="215534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30500" y="1765300"/>
            <a:ext cx="36576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Tropfen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Tropfen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2026-07-28T08:59:49Z</dcterms:created>
  <dcterms:modified xsi:type="dcterms:W3CDTF">2026-07-28T08:59:49Z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