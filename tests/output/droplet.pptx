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13259" y="975589"/>
            <a:ext cx="6517482" cy="1881910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13259" y="2914651"/>
            <a:ext cx="6517482" cy="1028699"/>
          </a:xfrm>
        </p:spPr>
        <p:txBody>
          <a:bodyPr>
            <a:normAutofit/>
          </a:bodyPr>
          <a:lstStyle>
            <a:lvl1pPr marL="0" indent="0" algn="ctr">
              <a:buNone/>
              <a:defRPr sz="1650">
                <a:solidFill>
                  <a:schemeClr val="bg1">
                    <a:lumMod val="50000"/>
                  </a:schemeClr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122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1775320"/>
            <a:ext cx="7772870" cy="256808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246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621423"/>
            <a:ext cx="7763814" cy="2052614"/>
          </a:xfrm>
        </p:spPr>
        <p:txBody>
          <a:bodyPr anchor="b">
            <a:normAutofit/>
          </a:bodyPr>
          <a:lstStyle>
            <a:lvl1pPr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2743093"/>
            <a:ext cx="7763814" cy="1026137"/>
          </a:xfrm>
        </p:spPr>
        <p:txBody>
          <a:bodyPr>
            <a:normAutofit/>
          </a:bodyPr>
          <a:lstStyle>
            <a:lvl1pPr marL="0" indent="0" algn="ctr">
              <a:buNone/>
              <a:defRPr sz="1500">
                <a:solidFill>
                  <a:schemeClr val="bg1">
                    <a:lumMod val="50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428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463888"/>
            <a:ext cx="7773338" cy="119713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1775320"/>
            <a:ext cx="3829520" cy="256808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4629150" y="1775320"/>
            <a:ext cx="3829050" cy="256808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1316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463888"/>
            <a:ext cx="7773338" cy="119713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746" y="1778263"/>
            <a:ext cx="3655106" cy="509996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19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685331" y="2288260"/>
            <a:ext cx="3829520" cy="205514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97317" y="1778263"/>
            <a:ext cx="3661353" cy="509996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19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4629150" y="2288260"/>
            <a:ext cx="3829051" cy="205514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4752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894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853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457200"/>
            <a:ext cx="2951766" cy="1517439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3808547" y="457201"/>
            <a:ext cx="4650122" cy="38861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1974639"/>
            <a:ext cx="2951767" cy="2368761"/>
          </a:xfrm>
        </p:spPr>
        <p:txBody>
          <a:bodyPr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07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457200"/>
            <a:ext cx="4451227" cy="1517441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68602" y="457201"/>
            <a:ext cx="2441519" cy="38862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1974639"/>
            <a:ext cx="4451212" cy="2368760"/>
          </a:xfrm>
        </p:spPr>
        <p:txBody>
          <a:bodyPr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098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3217030"/>
            <a:ext cx="7773324" cy="608708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88558" y="523696"/>
            <a:ext cx="7366899" cy="2410602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3831546"/>
            <a:ext cx="7773339" cy="511854"/>
          </a:xfrm>
        </p:spPr>
        <p:txBody>
          <a:bodyPr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723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457200"/>
            <a:ext cx="7773339" cy="2570434"/>
          </a:xfrm>
        </p:spPr>
        <p:txBody>
          <a:bodyPr anchor="ctr"/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3153616"/>
            <a:ext cx="7773339" cy="1189785"/>
          </a:xfrm>
        </p:spPr>
        <p:txBody>
          <a:bodyPr anchor="ctr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7725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457200"/>
            <a:ext cx="6977064" cy="2244678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707524"/>
            <a:ext cx="6564224" cy="446091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3279597"/>
            <a:ext cx="7773339" cy="106579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751116" y="565625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18169" y="22451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640190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1604041"/>
            <a:ext cx="7773339" cy="1883876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3496751"/>
            <a:ext cx="7773339" cy="855483"/>
          </a:xfrm>
        </p:spPr>
        <p:txBody>
          <a:bodyPr anchor="t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5923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31" y="457200"/>
            <a:ext cx="7773339" cy="12038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31" y="1775320"/>
            <a:ext cx="2474232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31" y="2207517"/>
            <a:ext cx="2474232" cy="2135884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9292" y="1775320"/>
            <a:ext cx="2468641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12" y="2207517"/>
            <a:ext cx="2477513" cy="2135884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1775320"/>
            <a:ext cx="24786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9974" y="2207517"/>
            <a:ext cx="2478696" cy="2135884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394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31" y="458079"/>
            <a:ext cx="7773339" cy="120294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31" y="3153615"/>
            <a:ext cx="2472307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6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5331" y="1775320"/>
            <a:ext cx="2472307" cy="1143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31" y="3585811"/>
            <a:ext cx="2472307" cy="757589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69" y="3153615"/>
            <a:ext cx="2476371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6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31011" y="1775320"/>
            <a:ext cx="2477514" cy="1143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11" y="3585811"/>
            <a:ext cx="2477514" cy="757589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3153615"/>
            <a:ext cx="2475511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6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979974" y="1775320"/>
            <a:ext cx="2478696" cy="1143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9880" y="3585809"/>
            <a:ext cx="2478790" cy="757591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5487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1775320"/>
            <a:ext cx="7773339" cy="256808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52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57201"/>
            <a:ext cx="1914995" cy="38861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457201"/>
            <a:ext cx="5744043" cy="388619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05859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1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5143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32" y="463888"/>
            <a:ext cx="7773338" cy="1197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1775320"/>
            <a:ext cx="7773339" cy="25680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3" y="441245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31" y="4412457"/>
            <a:ext cx="500466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4412457"/>
            <a:ext cx="57316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184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ctr" defTabSz="685800" rtl="0" eaLnBrk="1" latinLnBrk="0" hangingPunct="1">
        <a:lnSpc>
          <a:spcPct val="90000"/>
        </a:lnSpc>
        <a:spcBef>
          <a:spcPct val="0"/>
        </a:spcBef>
        <a:buNone/>
        <a:defRPr sz="27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tx1"/>
        </a:buClr>
        <a:buFont typeface="Arial" panose="020B0604020202020204" pitchFamily="34" charset="0"/>
        <a:buChar char="•"/>
        <a:defRPr sz="15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3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2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30" y="1981555"/>
            <a:ext cx="3829520" cy="215561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765300"/>
          <a:ext cx="77724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1981687"/>
            <a:ext cx="3829050" cy="215534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765300"/>
          <a:ext cx="77724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30" y="1981555"/>
            <a:ext cx="3829520" cy="215561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30500" y="1765300"/>
            <a:ext cx="36576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765300"/>
          <a:ext cx="7772400" cy="256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Tropfen">
  <a:themeElements>
    <a:clrScheme name="Tropfen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Tropfen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ropfen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Tropfen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Tw Cen MT</vt:lpstr>
      <vt:lpstr>Tropfen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2026-07-21T15:34:31Z</dcterms:created>
  <dcterms:modified xsi:type="dcterms:W3CDTF">2026-07-21T15:34:31Z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