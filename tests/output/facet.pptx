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8643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8052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3275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692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118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802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506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1781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27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7266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510202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5163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93984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1484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8059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1293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167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</p:sldLayoutIdLst>
  <p:txStyles>
    <p:titleStyle>
      <a:lvl1pPr algn="l" defTabSz="342900" rtl="0" eaLnBrk="1" latinLnBrk="0" hangingPunct="1">
        <a:spcBef>
          <a:spcPct val="0"/>
        </a:spcBef>
        <a:buNone/>
        <a:defRPr sz="27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1" y="2192545"/>
            <a:ext cx="3138026" cy="176637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17477" y="2192545"/>
            <a:ext cx="3138026" cy="176637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6300"/>
                <a:gridCol w="2146300"/>
                <a:gridCol w="2146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1" y="2192545"/>
            <a:ext cx="3138026" cy="176637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00200" y="1612900"/>
            <a:ext cx="4267200" cy="2400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6300"/>
                <a:gridCol w="2146300"/>
                <a:gridCol w="2146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Facette">
  <a:themeElements>
    <a:clrScheme name="Facett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Trebuchet MS</vt:lpstr>
      <vt:lpstr>Wingdings 3</vt:lpstr>
      <vt:lpstr>Facette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2026-05-23T07:46:55Z</dcterms:created>
  <dcterms:modified xsi:type="dcterms:W3CDTF">2026-05-23T07:46:55Z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