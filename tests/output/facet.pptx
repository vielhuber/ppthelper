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64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05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27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92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11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80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06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78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2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020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516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984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484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0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29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6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17477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6129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Trebuchet MS</vt:lpstr>
      <vt:lpstr>Wingdings 3</vt:lpstr>
      <vt:lpstr>Facette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2026-05-25T19:48:08Z</dcterms:created>
  <dcterms:modified xsi:type="dcterms:W3CDTF">2026-05-25T19:48:08Z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