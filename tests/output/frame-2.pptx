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1201754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66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169619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889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3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762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60613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1208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48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61618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10706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TM10001105[[fn=Ernte]]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2026-05-23T07:46:55Z</dcterms:created>
  <dcterms:modified xsi:type="dcterms:W3CDTF">2026-05-23T07:46:55Z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