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120175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66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1696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889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3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62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60613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1208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48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1618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1070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TM10001105[[fn=Ernte]]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2026-07-28T08:59:50Z</dcterms:created>
  <dcterms:modified xsi:type="dcterms:W3CDTF">2026-07-28T08:59:50Z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