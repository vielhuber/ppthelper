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341340"/>
            <a:ext cx="6270922" cy="1573670"/>
          </a:xfrm>
        </p:spPr>
        <p:txBody>
          <a:bodyPr anchor="b">
            <a:noAutofit/>
          </a:bodyPr>
          <a:lstStyle>
            <a:lvl1pPr algn="ct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2967210"/>
            <a:ext cx="5123755" cy="814678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4840039"/>
            <a:ext cx="1205958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4840039"/>
            <a:ext cx="5267533" cy="303461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64644" y="558352"/>
            <a:ext cx="8005588" cy="4012253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120175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6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3162246"/>
            <a:ext cx="7209728" cy="857493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4840039"/>
            <a:ext cx="1216807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4840039"/>
            <a:ext cx="5267533" cy="30346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6113972" y="1264239"/>
            <a:ext cx="2456260" cy="3306366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1696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714500"/>
            <a:ext cx="3335840" cy="268605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1714500"/>
            <a:ext cx="3335840" cy="2686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8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6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6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514351"/>
            <a:ext cx="3909060" cy="3881438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2258"/>
            <a:ext cx="2891790" cy="225829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061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51434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1976"/>
            <a:ext cx="2891790" cy="225857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1208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721644"/>
            <a:ext cx="7200900" cy="267890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48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468117"/>
            <a:ext cx="1174325" cy="393243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468117"/>
            <a:ext cx="6134731" cy="393243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1618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070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685800" rtl="0" eaLnBrk="1" latinLnBrk="0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AA5AE68C-7E05-4013-BF21-9B93BA55A149}" type="datetime1">
              <a:rPr lang="de-DE" smtClean="0"/>
              <a:t>23. Mai 2026</a:t>
            </a:fld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790700"/>
                <a:gridCol w="1790700"/>
                <a:gridCol w="1790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94052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714500"/>
            <a:ext cx="38608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Ausschnitt">
  <a:themeElements>
    <a:clrScheme name="Ausschnitt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Ausschnitt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usschnit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TM10001105[[fn=Ernte]]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Franklin Gothic Book</vt:lpstr>
      <vt:lpstr>Ausschnitt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2026-07-21T15:34:32Z</dcterms:created>
  <dcterms:modified xsi:type="dcterms:W3CDTF">2026-07-21T15:34:32Z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