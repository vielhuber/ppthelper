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71500"/>
            <a:ext cx="6856214" cy="40005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52697" y="571500"/>
            <a:ext cx="2193989" cy="40005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86" y="973836"/>
            <a:ext cx="5486400" cy="2441448"/>
          </a:xfrm>
        </p:spPr>
        <p:txBody>
          <a:bodyPr anchor="b">
            <a:normAutofit/>
          </a:bodyPr>
          <a:lstStyle>
            <a:lvl1pPr algn="l">
              <a:defRPr sz="4425" spc="-75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11" y="3502685"/>
            <a:ext cx="5486400" cy="685800"/>
          </a:xfrm>
        </p:spPr>
        <p:txBody>
          <a:bodyPr anchor="t">
            <a:normAutofit/>
          </a:bodyPr>
          <a:lstStyle>
            <a:lvl1pPr marL="0" indent="0" algn="l">
              <a:buNone/>
              <a:defRPr sz="165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30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80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0934" y="973836"/>
            <a:ext cx="5486400" cy="2441448"/>
          </a:xfrm>
        </p:spPr>
        <p:txBody>
          <a:bodyPr anchor="b">
            <a:normAutofit/>
          </a:bodyPr>
          <a:lstStyle>
            <a:lvl1pPr>
              <a:defRPr sz="4425" b="0" spc="-75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14650" y="3504438"/>
            <a:ext cx="5486400" cy="685800"/>
          </a:xfrm>
        </p:spPr>
        <p:txBody>
          <a:bodyPr anchor="t">
            <a:normAutofit/>
          </a:bodyPr>
          <a:lstStyle>
            <a:lvl1pPr marL="0" indent="0">
              <a:buNone/>
              <a:defRPr sz="165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88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00934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63590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649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0934" y="767690"/>
            <a:ext cx="2606040" cy="60579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00934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63847" y="767690"/>
            <a:ext cx="2606040" cy="609878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63847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64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07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669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0934" y="651510"/>
            <a:ext cx="548640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20632"/>
            <a:ext cx="2125980" cy="174149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44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77983" y="575564"/>
            <a:ext cx="6086423" cy="3998214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19756"/>
            <a:ext cx="2125980" cy="174193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2624326" y="4767263"/>
            <a:ext cx="4433638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0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5750" y="742950"/>
            <a:ext cx="2114550" cy="37147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00934" y="651510"/>
            <a:ext cx="5486400" cy="384048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71863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69214"/>
            <a:ext cx="2582693" cy="39982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9689" y="842878"/>
            <a:ext cx="2210612" cy="3450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8861898" y="569214"/>
            <a:ext cx="288036" cy="3998214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1951" y="648081"/>
            <a:ext cx="5486400" cy="3840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6849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1951" y="4767263"/>
            <a:ext cx="443363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75602" y="4767263"/>
            <a:ext cx="11481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2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spc="-45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/>
        </a:buClr>
        <a:buFont typeface="Wingdings 2" pitchFamily="18" charset="2"/>
        <a:buChar char="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63590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762000"/>
            <a:ext cx="54864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ahmen">
  <a:themeElements>
    <a:clrScheme name="Rahmen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Rahmen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Rahmen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Rahmen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 2</vt:lpstr>
      <vt:lpstr>Rahmen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2026-05-25T08:28:03Z</dcterms:created>
  <dcterms:modified xsi:type="dcterms:W3CDTF">2026-05-25T08:28:03Z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