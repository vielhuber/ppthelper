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9775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0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2855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4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5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5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063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985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9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103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992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94052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714500"/>
            <a:ext cx="38608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2026-07-28T08:59:51Z</dcterms:created>
  <dcterms:modified xsi:type="dcterms:W3CDTF">2026-07-28T08:59:51Z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