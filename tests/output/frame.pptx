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597754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01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285568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43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45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7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75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6706376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519857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890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52103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79924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2026-05-25T19:48:09Z</dcterms:created>
  <dcterms:modified xsi:type="dcterms:W3CDTF">2026-05-25T19:48:09Z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