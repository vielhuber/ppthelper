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59775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01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28556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43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5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5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7063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19857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90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210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799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2026-05-25T08:28:22Z</dcterms:created>
  <dcterms:modified xsi:type="dcterms:W3CDTF">2026-05-25T08:28:22Z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