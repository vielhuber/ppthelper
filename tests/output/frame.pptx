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597754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01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28556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43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451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59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7063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19857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890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5210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7992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2026-05-23T07:46:56Z</dcterms:created>
  <dcterms:modified xsi:type="dcterms:W3CDTF">2026-05-23T07:46:56Z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