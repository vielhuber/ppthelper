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13335" y="601724"/>
            <a:ext cx="6477805" cy="1906073"/>
          </a:xfrm>
        </p:spPr>
        <p:txBody>
          <a:bodyPr bIns="0" anchor="b">
            <a:normAutofit/>
          </a:bodyPr>
          <a:lstStyle>
            <a:lvl1pPr algn="l">
              <a:defRPr sz="49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13335" y="2648403"/>
            <a:ext cx="6477804" cy="733216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350" b="0" cap="all" baseline="0">
                <a:solidFill>
                  <a:schemeClr val="tx1"/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12376" y="246981"/>
            <a:ext cx="3730436" cy="2319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8249" y="599230"/>
            <a:ext cx="608264" cy="37768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813335" y="2646407"/>
            <a:ext cx="6477804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7145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52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0679" y="1317097"/>
            <a:ext cx="6482366" cy="1415963"/>
          </a:xfrm>
        </p:spPr>
        <p:txBody>
          <a:bodyPr anchor="b">
            <a:normAutofit/>
          </a:bodyPr>
          <a:lstStyle>
            <a:lvl1pPr algn="l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0679" y="2854647"/>
            <a:ext cx="6472835" cy="759697"/>
          </a:xfrm>
        </p:spPr>
        <p:txBody>
          <a:bodyPr tIns="91440">
            <a:normAutofit/>
          </a:bodyPr>
          <a:lstStyle>
            <a:lvl1pPr marL="0" indent="0" algn="l">
              <a:buNone/>
              <a:defRPr sz="1350">
                <a:solidFill>
                  <a:schemeClr val="tx1"/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090679" y="2853739"/>
            <a:ext cx="6472835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1156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13" y="603667"/>
            <a:ext cx="7204226" cy="79447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498" y="1508159"/>
            <a:ext cx="3483864" cy="258644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10328" y="1513007"/>
            <a:ext cx="3483864" cy="258114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896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5394" y="603123"/>
            <a:ext cx="7205746" cy="792239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393" y="1514662"/>
            <a:ext cx="3483864" cy="60145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5393" y="2118202"/>
            <a:ext cx="3483864" cy="198334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09272" y="1517253"/>
            <a:ext cx="3483864" cy="601678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650" b="0" cap="all" baseline="0">
                <a:solidFill>
                  <a:schemeClr val="accent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09272" y="2116119"/>
            <a:ext cx="3483864" cy="197802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5217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1689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62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3504" y="599230"/>
            <a:ext cx="2454824" cy="1685338"/>
          </a:xfrm>
        </p:spPr>
        <p:txBody>
          <a:bodyPr anchor="b">
            <a:normAutofit/>
          </a:bodyPr>
          <a:lstStyle>
            <a:lvl1pPr algn="l"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82785" y="599230"/>
            <a:ext cx="4509353" cy="3494120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3504" y="2404119"/>
            <a:ext cx="2456260" cy="1686136"/>
          </a:xfrm>
        </p:spPr>
        <p:txBody>
          <a:bodyPr/>
          <a:lstStyle>
            <a:lvl1pPr marL="0" indent="0" algn="l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086210" y="2404118"/>
            <a:ext cx="2452118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74801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5608041" y="361628"/>
            <a:ext cx="3055900" cy="3861826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405" y="847135"/>
            <a:ext cx="4149246" cy="1372938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3292" y="841907"/>
            <a:ext cx="2093378" cy="2899745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47" y="2359494"/>
            <a:ext cx="4143303" cy="1502807"/>
          </a:xfrm>
        </p:spPr>
        <p:txBody>
          <a:bodyPr>
            <a:normAutofit/>
          </a:bodyPr>
          <a:lstStyle>
            <a:lvl1pPr marL="0" indent="0" algn="l">
              <a:buNone/>
              <a:defRPr sz="13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85537" y="4102393"/>
            <a:ext cx="4145513" cy="240092"/>
          </a:xfrm>
        </p:spPr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85537" y="238981"/>
            <a:ext cx="4155753" cy="240698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085537" y="2357704"/>
            <a:ext cx="4145513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8788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090422" y="1385316"/>
            <a:ext cx="720564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70172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79333" y="599230"/>
            <a:ext cx="1211807" cy="3494917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3504" y="599230"/>
            <a:ext cx="5871623" cy="349491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7079333" y="599230"/>
            <a:ext cx="0" cy="3494917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586248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jp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1514607"/>
            <a:ext cx="9144000" cy="3079456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4594860"/>
            <a:ext cx="9144000" cy="55721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8685" y="603390"/>
            <a:ext cx="7202456" cy="78692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8685" y="1511799"/>
            <a:ext cx="7202456" cy="25879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5604" y="247778"/>
            <a:ext cx="2625536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684" y="246981"/>
            <a:ext cx="4454127" cy="2319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0046" y="599230"/>
            <a:ext cx="608264" cy="37768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100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4596310"/>
            <a:ext cx="9144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45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5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3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05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9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10328" y="1823055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85498" y="1820860"/>
            <a:ext cx="3483864" cy="19610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44800" y="1511300"/>
            <a:ext cx="36830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79500" y="1511300"/>
          <a:ext cx="7200900" cy="2578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Katalog">
  <a:themeElements>
    <a:clrScheme name="Katalog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Katalog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talog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Gill Sans MT</vt:lpstr>
      <vt:lpstr>Katalog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2026-05-23T07:46:56Z</dcterms:created>
  <dcterms:modified xsi:type="dcterms:W3CDTF">2026-05-23T07:46:56Z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