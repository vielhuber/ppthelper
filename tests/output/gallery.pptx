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71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85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15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896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21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168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62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48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78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17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6248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1.jp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45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85498" y="1820860"/>
            <a:ext cx="3483864" cy="196104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79500" y="15113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/>
                <a:gridCol w="1790700"/>
                <a:gridCol w="1790700"/>
                <a:gridCol w="1790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10328" y="1823055"/>
            <a:ext cx="3483864" cy="196104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79500" y="15113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85498" y="1820860"/>
            <a:ext cx="3483864" cy="196104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511300"/>
            <a:ext cx="3683000" cy="207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79500" y="1511300"/>
          <a:ext cx="7200900" cy="257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Katalog">
  <a:themeElements>
    <a:clrScheme name="Katalog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Katalog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talog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Gill Sans MT</vt:lpstr>
      <vt:lpstr>Katalog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2026-05-25T08:28:23Z</dcterms:created>
  <dcterms:modified xsi:type="dcterms:W3CDTF">2026-05-25T08:28:23Z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