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9714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52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1156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896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217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168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2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48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788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0172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586248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1.jp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45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10328" y="1823055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511300"/>
            <a:ext cx="36830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2578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atalog">
  <a:themeElements>
    <a:clrScheme name="Katalog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Katalog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talog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Katalog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2026-07-28T08:59:52Z</dcterms:created>
  <dcterms:modified xsi:type="dcterms:W3CDTF">2026-07-28T08:59:52Z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