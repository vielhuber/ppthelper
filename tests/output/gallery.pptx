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714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52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15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89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217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168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2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48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78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17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86248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45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10328" y="1823055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511300"/>
            <a:ext cx="36830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2578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Katalog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2026-05-25T19:48:09Z</dcterms:created>
  <dcterms:modified xsi:type="dcterms:W3CDTF">2026-05-25T19:48:09Z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