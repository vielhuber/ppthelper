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5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1907" y="0"/>
            <a:ext cx="8762858" cy="4941094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3211693"/>
            <a:ext cx="8496943" cy="1521634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1" y="0"/>
            <a:ext cx="6539684" cy="342658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21350" y="219988"/>
            <a:ext cx="8525337" cy="4313853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668401" y="496992"/>
            <a:ext cx="7316390" cy="2074896"/>
          </a:xfrm>
        </p:spPr>
        <p:txBody>
          <a:bodyPr anchor="b">
            <a:normAutofit/>
          </a:bodyPr>
          <a:lstStyle>
            <a:lvl1pPr algn="r">
              <a:defRPr sz="6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737297" y="2628907"/>
            <a:ext cx="7316390" cy="412750"/>
          </a:xfrm>
        </p:spPr>
        <p:txBody>
          <a:bodyPr anchor="t">
            <a:noAutofit/>
          </a:bodyPr>
          <a:lstStyle>
            <a:lvl1pPr marL="0" indent="0" algn="r">
              <a:buNone/>
              <a:defRPr sz="21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711406" y="3433847"/>
            <a:ext cx="4607740" cy="872334"/>
          </a:xfrm>
        </p:spPr>
        <p:txBody>
          <a:bodyPr/>
          <a:lstStyle>
            <a:lvl1pPr algn="ctr">
              <a:defRPr sz="405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4170" y="3662268"/>
            <a:ext cx="3035429" cy="896654"/>
          </a:xfrm>
        </p:spPr>
        <p:txBody>
          <a:bodyPr vert="horz" lIns="91440" tIns="45720" rIns="91440" bIns="45720" rtlCol="0" anchor="ctr"/>
          <a:lstStyle>
            <a:lvl1pPr algn="r">
              <a:defRPr lang="en-US" sz="405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388818" y="2874486"/>
            <a:ext cx="680390" cy="373853"/>
          </a:xfrm>
        </p:spPr>
        <p:txBody>
          <a:bodyPr/>
          <a:lstStyle>
            <a:lvl1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25" name="5-Point Star 24"/>
          <p:cNvSpPr/>
          <p:nvPr/>
        </p:nvSpPr>
        <p:spPr>
          <a:xfrm rot="21420000">
            <a:off x="3166039" y="3833517"/>
            <a:ext cx="386540" cy="38654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90585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1547547"/>
            <a:ext cx="7796030" cy="248339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6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6030" cy="2395115"/>
          </a:xfrm>
        </p:spPr>
        <p:txBody>
          <a:bodyPr anchor="b">
            <a:normAutofit/>
          </a:bodyPr>
          <a:lstStyle>
            <a:lvl1pPr algn="l">
              <a:defRPr sz="405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806700"/>
            <a:ext cx="7796030" cy="1229711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1">
                    <a:lumMod val="50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28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1547547"/>
            <a:ext cx="3816536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1547547"/>
            <a:ext cx="3814904" cy="2483392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764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86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767" y="1547547"/>
            <a:ext cx="3642119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146300"/>
            <a:ext cx="3816534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644" y="1547547"/>
            <a:ext cx="3648368" cy="509996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9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146300"/>
            <a:ext cx="3816535" cy="1884639"/>
          </a:xfrm>
        </p:spPr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006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263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5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514350"/>
            <a:ext cx="3095145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514350"/>
            <a:ext cx="4525781" cy="3516589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031789"/>
            <a:ext cx="3095146" cy="199915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68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514350"/>
            <a:ext cx="4758977" cy="1517439"/>
          </a:xfrm>
        </p:spPr>
        <p:txBody>
          <a:bodyPr anchor="b">
            <a:normAutofit/>
          </a:bodyPr>
          <a:lstStyle>
            <a:lvl1pPr algn="ctr">
              <a:defRPr sz="27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11771" y="0"/>
            <a:ext cx="2698610" cy="3803650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031789"/>
            <a:ext cx="4758976" cy="1771861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4058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079749"/>
            <a:ext cx="7796031" cy="44163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514350"/>
            <a:ext cx="7794385" cy="2396177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527192"/>
            <a:ext cx="7796046" cy="511854"/>
          </a:xfrm>
        </p:spPr>
        <p:txBody>
          <a:bodyPr anchor="t"/>
          <a:lstStyle>
            <a:lvl1pPr marL="0" indent="0" algn="l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71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514351"/>
            <a:ext cx="7797677" cy="2396177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3079750"/>
            <a:ext cx="7796047" cy="95520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7100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ita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514350"/>
            <a:ext cx="7143765" cy="2187528"/>
          </a:xfrm>
        </p:spPr>
        <p:txBody>
          <a:bodyPr anchor="ctr">
            <a:normAutofit/>
          </a:bodyPr>
          <a:lstStyle>
            <a:lvl1pPr algn="ctr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2707524"/>
            <a:ext cx="6500967" cy="283326"/>
          </a:xfrm>
        </p:spPr>
        <p:txBody>
          <a:bodyPr anchor="t">
            <a:normAutofit/>
          </a:bodyPr>
          <a:lstStyle>
            <a:lvl1pPr marL="0" indent="0" algn="r">
              <a:buNone/>
              <a:defRPr sz="10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079751"/>
            <a:ext cx="7797662" cy="951189"/>
          </a:xfrm>
        </p:spPr>
        <p:txBody>
          <a:bodyPr anchor="ctr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514351" y="6694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4812" y="219212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36347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nskar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292891"/>
            <a:ext cx="7796030" cy="1883876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3185601"/>
            <a:ext cx="7796030" cy="855483"/>
          </a:xfrm>
        </p:spPr>
        <p:txBody>
          <a:bodyPr anchor="t">
            <a:normAutofit/>
          </a:bodyPr>
          <a:lstStyle>
            <a:lvl1pPr marL="0" indent="0" algn="l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911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6030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1547546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8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1979744"/>
            <a:ext cx="2482596" cy="2051196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5746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Bild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</p:spPr>
        <p:txBody>
          <a:bodyPr/>
          <a:lstStyle>
            <a:lvl1pPr algn="ct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1547547"/>
            <a:ext cx="2482596" cy="1152544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3291966"/>
            <a:ext cx="2482596" cy="738974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1547547"/>
            <a:ext cx="2482596" cy="1151428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9" y="3291965"/>
            <a:ext cx="2482596" cy="738975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2859769"/>
            <a:ext cx="2482596" cy="432197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165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1547546"/>
            <a:ext cx="2482596" cy="115289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3291963"/>
            <a:ext cx="2482596" cy="738977"/>
          </a:xfrm>
        </p:spPr>
        <p:txBody>
          <a:bodyPr anchor="t"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43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1547547"/>
            <a:ext cx="7796030" cy="2483393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2802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514350"/>
            <a:ext cx="1698485" cy="35165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514350"/>
            <a:ext cx="5928323" cy="3516589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10488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slideLayouts/slideLayout17.xml" Type="http://schemas.openxmlformats.org/officeDocument/2006/relationships/slideLayout" /><Relationship Id="rId2" Target="../slideLayouts/slideLayout2.xml" Type="http://schemas.openxmlformats.org/officeDocument/2006/relationships/slideLayout" /><Relationship Id="rId16" Target="../slideLayouts/slideLayout16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slideLayouts/slideLayout15.xml" Type="http://schemas.openxmlformats.org/officeDocument/2006/relationships/slideLayout" /><Relationship Id="rId10" Target="../slideLayouts/slideLayout10.xml" Type="http://schemas.openxmlformats.org/officeDocument/2006/relationships/slideLayout" /><Relationship Id="rId19" Target="../media/image3.jp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0"/>
            <a:ext cx="9004013" cy="498306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514350"/>
            <a:ext cx="7797662" cy="8639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547547"/>
            <a:ext cx="7797662" cy="24833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4318000"/>
            <a:ext cx="283845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318000"/>
            <a:ext cx="4124789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4318000"/>
            <a:ext cx="680390" cy="3738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07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5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3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05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1715092"/>
            <a:ext cx="3816536" cy="21483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495478" y="1715551"/>
            <a:ext cx="3814904" cy="2147383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4350" y="1715092"/>
            <a:ext cx="3816536" cy="2148302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14" sz="half"/>
          </p:nvPr>
        </p:nvSpPr>
        <p:spPr/>
        <p:txBody>
          <a:bodyPr/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54300" y="1536700"/>
            <a:ext cx="3505200" cy="196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8000" y="1536700"/>
          <a:ext cx="7785100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chtiges Ereignis">
  <a:themeElements>
    <a:clrScheme name="Wichtiges Ereignis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Wichtiges Ereignis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ichtiges Ereignis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Wichtiges Ereignis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Impact</vt:lpstr>
      <vt:lpstr>Wichtiges Ereignis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2026-05-23T07:46:56Z</dcterms:created>
  <dcterms:modified xsi:type="dcterms:W3CDTF">2026-05-23T07:46:56Z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