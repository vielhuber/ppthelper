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44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9144000" cy="3429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9144000" cy="3429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3720103"/>
            <a:ext cx="5829300" cy="1097280"/>
          </a:xfrm>
        </p:spPr>
        <p:txBody>
          <a:bodyPr anchor="ctr">
            <a:normAutofit/>
          </a:bodyPr>
          <a:lstStyle>
            <a:lvl1pPr algn="r">
              <a:defRPr sz="3750" spc="15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3720103"/>
            <a:ext cx="2400300" cy="109728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35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 algn="ctr">
              <a:buNone/>
              <a:defRPr sz="135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350"/>
            </a:lvl4pPr>
            <a:lvl5pPr marL="1371600" indent="0" algn="ctr">
              <a:buNone/>
              <a:defRPr sz="1350"/>
            </a:lvl5pPr>
            <a:lvl6pPr marL="1714500" indent="0" algn="ctr">
              <a:buNone/>
              <a:defRPr sz="1350"/>
            </a:lvl6pPr>
            <a:lvl7pPr marL="2057400" indent="0" algn="ctr">
              <a:buNone/>
              <a:defRPr sz="1350"/>
            </a:lvl7pPr>
            <a:lvl8pPr marL="2400300" indent="0" algn="ctr">
              <a:buNone/>
              <a:defRPr sz="1350"/>
            </a:lvl8pPr>
            <a:lvl9pPr marL="2743200" indent="0" algn="ctr">
              <a:buNone/>
              <a:defRPr sz="135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3948080"/>
            <a:ext cx="0" cy="6858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5870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362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3429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9144000" cy="3429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720103"/>
            <a:ext cx="5829300" cy="1097280"/>
          </a:xfrm>
        </p:spPr>
        <p:txBody>
          <a:bodyPr anchor="ctr">
            <a:normAutofit/>
          </a:bodyPr>
          <a:lstStyle>
            <a:lvl1pPr algn="r">
              <a:defRPr sz="3750" b="0" spc="15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3720103"/>
            <a:ext cx="2400300" cy="109728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35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3948080"/>
            <a:ext cx="0" cy="6858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74869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438912"/>
            <a:ext cx="7290054" cy="112471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5" y="1714500"/>
            <a:ext cx="3566160" cy="301752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1714500"/>
            <a:ext cx="3566160" cy="301752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4886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1634727"/>
            <a:ext cx="3566160" cy="61722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725" b="0" cap="none" baseline="0">
                <a:solidFill>
                  <a:schemeClr val="accent1"/>
                </a:solidFill>
                <a:latin typeface="+mn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225841"/>
            <a:ext cx="3566160" cy="25061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3166" y="1634727"/>
            <a:ext cx="3566160" cy="61722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1725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marL="0" lvl="0" indent="0" algn="l" defTabSz="685800" rtl="0" eaLnBrk="1" latinLnBrk="0" hangingPunct="1">
              <a:lnSpc>
                <a:spcPct val="90000"/>
              </a:lnSpc>
              <a:spcBef>
                <a:spcPts val="135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3166" y="2225841"/>
            <a:ext cx="3566160" cy="25061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010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3041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2973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353632"/>
            <a:ext cx="3291840" cy="130302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617220"/>
            <a:ext cx="4258818" cy="388848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1693129"/>
            <a:ext cx="3291840" cy="2821721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450"/>
              </a:spcBef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979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720104"/>
            <a:ext cx="5829300" cy="1097280"/>
          </a:xfrm>
        </p:spPr>
        <p:txBody>
          <a:bodyPr anchor="ctr">
            <a:normAutofit/>
          </a:bodyPr>
          <a:lstStyle>
            <a:lvl1pPr algn="r">
              <a:defRPr sz="3750" spc="15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3429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3720104"/>
            <a:ext cx="2400300" cy="109728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35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3948080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26581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5773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571500"/>
            <a:ext cx="1971675" cy="4057650"/>
          </a:xfrm>
        </p:spPr>
        <p:txBody>
          <a:bodyPr vert="eaVert" lIns="45720" tIns="91440" rIns="45720" bIns="9144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571500"/>
            <a:ext cx="5686425" cy="405765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44447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643361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438912"/>
            <a:ext cx="7290054" cy="1124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1714500"/>
            <a:ext cx="7290055" cy="301752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4853028"/>
            <a:ext cx="1615607" cy="2057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4853028"/>
            <a:ext cx="4426094" cy="2057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4853028"/>
            <a:ext cx="730250" cy="2057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61974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4087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l" defTabSz="685800" rtl="0" eaLnBrk="1" latinLnBrk="0" hangingPunct="1">
        <a:lnSpc>
          <a:spcPct val="80000"/>
        </a:lnSpc>
        <a:spcBef>
          <a:spcPct val="0"/>
        </a:spcBef>
        <a:buNone/>
        <a:defRPr sz="3750" kern="1200" cap="all" spc="75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685800" rtl="0" eaLnBrk="1" latinLnBrk="0" hangingPunct="1">
        <a:lnSpc>
          <a:spcPct val="90000"/>
        </a:lnSpc>
        <a:spcBef>
          <a:spcPts val="900"/>
        </a:spcBef>
        <a:spcAft>
          <a:spcPts val="15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1650" kern="1200">
          <a:solidFill>
            <a:schemeClr val="tx1"/>
          </a:solidFill>
          <a:latin typeface="+mn-lt"/>
          <a:ea typeface="+mn-ea"/>
          <a:cs typeface="+mn-cs"/>
        </a:defRPr>
      </a:lvl1pPr>
      <a:lvl2pPr marL="198882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336042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3pPr>
      <a:lvl4pPr marL="445770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582930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0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795528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912114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1021842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8095" y="221957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714500"/>
          <a:ext cx="7289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6100"/>
                <a:gridCol w="1816100"/>
                <a:gridCol w="1816100"/>
                <a:gridCol w="1816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1990" y="221957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714500"/>
          <a:ext cx="7289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5700"/>
                <a:gridCol w="2425700"/>
                <a:gridCol w="2425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8095" y="221957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84400" y="1714500"/>
            <a:ext cx="44450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714500"/>
          <a:ext cx="7289800" cy="3009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5700"/>
                <a:gridCol w="2425700"/>
                <a:gridCol w="2425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Calibri</vt:lpstr>
      <vt:lpstr>Tw Cen MT</vt:lpstr>
      <vt:lpstr>Tw Cen MT Condensed</vt:lpstr>
      <vt:lpstr>Wingdings 3</vt:lpstr>
      <vt:lpstr>Integral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2026-07-21T15:34:36Z</dcterms:created>
  <dcterms:modified xsi:type="dcterms:W3CDTF">2026-07-21T15:34:36Z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