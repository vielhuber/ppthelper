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44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870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6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48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8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1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0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97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7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65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77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43361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40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8095" y="221957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714500"/>
          <a:ext cx="7289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100"/>
                <a:gridCol w="1816100"/>
                <a:gridCol w="1816100"/>
                <a:gridCol w="1816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1990" y="221957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714500"/>
          <a:ext cx="7289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5700"/>
                <a:gridCol w="2425700"/>
                <a:gridCol w="2425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8095" y="221957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714500"/>
            <a:ext cx="44450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714500"/>
          <a:ext cx="7289800" cy="300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5700"/>
                <a:gridCol w="2425700"/>
                <a:gridCol w="2425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Calibri</vt:lpstr>
      <vt:lpstr>Tw Cen MT</vt:lpstr>
      <vt:lpstr>Tw Cen MT Condensed</vt:lpstr>
      <vt:lpstr>Wingdings 3</vt:lpstr>
      <vt:lpstr>Integral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2026-05-23T07:46:57Z</dcterms:created>
  <dcterms:modified xsi:type="dcterms:W3CDTF">2026-05-23T07:46:57Z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