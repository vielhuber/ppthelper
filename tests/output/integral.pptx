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4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5870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6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8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1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0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7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5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7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3361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40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1990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7145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Tw Cen MT</vt:lpstr>
      <vt:lpstr>Tw Cen MT Condensed</vt:lpstr>
      <vt:lpstr>Wingdings 3</vt:lpstr>
      <vt:lpstr>Integral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2026-07-28T08:59:53Z</dcterms:created>
  <dcterms:modified xsi:type="dcterms:W3CDTF">2026-07-28T08:59:53Z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