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44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9144000" cy="3429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9144000" cy="3429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3720103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spc="15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3720103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350"/>
            </a:lvl4pPr>
            <a:lvl5pPr marL="1371600" indent="0" algn="ctr">
              <a:buNone/>
              <a:defRPr sz="1350"/>
            </a:lvl5pPr>
            <a:lvl6pPr marL="1714500" indent="0" algn="ctr">
              <a:buNone/>
              <a:defRPr sz="1350"/>
            </a:lvl6pPr>
            <a:lvl7pPr marL="2057400" indent="0" algn="ctr">
              <a:buNone/>
              <a:defRPr sz="1350"/>
            </a:lvl7pPr>
            <a:lvl8pPr marL="2400300" indent="0" algn="ctr">
              <a:buNone/>
              <a:defRPr sz="1350"/>
            </a:lvl8pPr>
            <a:lvl9pPr marL="2743200" indent="0" algn="ctr">
              <a:buNone/>
              <a:defRPr sz="135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5870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362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3429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9144000" cy="3429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720103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b="0" spc="15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3720103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7486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438912"/>
            <a:ext cx="7290054" cy="112471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5" y="1714500"/>
            <a:ext cx="356616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1714500"/>
            <a:ext cx="356616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488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1634727"/>
            <a:ext cx="3566160" cy="61722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725" b="0" cap="none" baseline="0">
                <a:solidFill>
                  <a:schemeClr val="accent1"/>
                </a:solidFill>
                <a:latin typeface="+mn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225841"/>
            <a:ext cx="3566160" cy="25061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3166" y="1634727"/>
            <a:ext cx="3566160" cy="61722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725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35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3166" y="2225841"/>
            <a:ext cx="3566160" cy="25061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010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3041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297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353632"/>
            <a:ext cx="3291840" cy="130302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617220"/>
            <a:ext cx="4258818" cy="388848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1693129"/>
            <a:ext cx="3291840" cy="2821721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450"/>
              </a:spcBef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7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720104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spc="15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3429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3720104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2658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577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571500"/>
            <a:ext cx="1971675" cy="405765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571500"/>
            <a:ext cx="5686425" cy="40576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44447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643361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438912"/>
            <a:ext cx="7290054" cy="1124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1714500"/>
            <a:ext cx="7290055" cy="301752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4853028"/>
            <a:ext cx="1615607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4853028"/>
            <a:ext cx="4426094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4853028"/>
            <a:ext cx="730250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61974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4087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685800" rtl="0" eaLnBrk="1" latinLnBrk="0" hangingPunct="1">
        <a:lnSpc>
          <a:spcPct val="80000"/>
        </a:lnSpc>
        <a:spcBef>
          <a:spcPct val="0"/>
        </a:spcBef>
        <a:buNone/>
        <a:defRPr sz="3750" kern="1200" cap="all" spc="75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19888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33604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44577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58293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795528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912114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102184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8095" y="221957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714500"/>
          <a:ext cx="7289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1816100"/>
                <a:gridCol w="1816100"/>
                <a:gridCol w="181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1990" y="221957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714500"/>
          <a:ext cx="7289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700"/>
                <a:gridCol w="24257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8095" y="221957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714500"/>
            <a:ext cx="44450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714500"/>
          <a:ext cx="7289800" cy="300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700"/>
                <a:gridCol w="24257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Calibri</vt:lpstr>
      <vt:lpstr>Tw Cen MT</vt:lpstr>
      <vt:lpstr>Tw Cen MT Condensed</vt:lpstr>
      <vt:lpstr>Wingdings 3</vt:lpstr>
      <vt:lpstr>Integral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2026-05-25T08:28:25Z</dcterms:created>
  <dcterms:modified xsi:type="dcterms:W3CDTF">2026-05-25T08:28:25Z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