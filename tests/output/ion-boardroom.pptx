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9144000" cy="5143500"/>
            <a:chOff x="0" y="0"/>
            <a:chExt cx="12192000" cy="6858000"/>
          </a:xfrm>
        </p:grpSpPr>
        <p:sp>
          <p:nvSpPr>
            <p:cNvPr id="9" name="Rectangle 8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66216" y="1574800"/>
            <a:ext cx="6619244" cy="2008236"/>
          </a:xfrm>
        </p:spPr>
        <p:txBody>
          <a:bodyPr anchor="b"/>
          <a:lstStyle>
            <a:lvl1pPr>
              <a:defRPr sz="405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gray">
          <a:xfrm>
            <a:off x="866216" y="3583035"/>
            <a:ext cx="6619244" cy="646065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gray">
          <a:xfrm rot="5400000">
            <a:off x="7619239" y="1344169"/>
            <a:ext cx="742949" cy="228599"/>
          </a:xfrm>
        </p:spPr>
        <p:txBody>
          <a:bodyPr anchor="t"/>
          <a:lstStyle>
            <a:lvl1pPr algn="l"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gray">
          <a:xfrm rot="5400000">
            <a:off x="6713982" y="2420874"/>
            <a:ext cx="2894846" cy="228601"/>
          </a:xfrm>
        </p:spPr>
        <p:txBody>
          <a:bodyPr/>
          <a:lstStyle>
            <a:lvl1pPr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764406" y="221797"/>
            <a:ext cx="628649" cy="575765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97891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66216" y="1952625"/>
            <a:ext cx="6619244" cy="256222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87891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9144000" cy="51435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Rectangle 9"/>
            <p:cNvSpPr/>
            <p:nvPr/>
          </p:nvSpPr>
          <p:spPr bwMode="gray">
            <a:xfrm>
              <a:off x="7289800" y="402165"/>
              <a:ext cx="44788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5"/>
            <p:cNvSpPr/>
            <p:nvPr/>
          </p:nvSpPr>
          <p:spPr bwMode="gray">
            <a:xfrm rot="16200000">
              <a:off x="3787244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5922489">
              <a:off x="4698352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6" y="2008234"/>
            <a:ext cx="3263269" cy="1712868"/>
          </a:xfrm>
        </p:spPr>
        <p:txBody>
          <a:bodyPr anchor="ctr"/>
          <a:lstStyle>
            <a:lvl1pPr algn="l">
              <a:defRPr sz="3000" b="0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71670" y="2008233"/>
            <a:ext cx="2818159" cy="1712868"/>
          </a:xfrm>
        </p:spPr>
        <p:txBody>
          <a:bodyPr anchor="ctr"/>
          <a:lstStyle>
            <a:lvl1pPr marL="0" indent="0" algn="l">
              <a:buNone/>
              <a:defRPr sz="1500"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30915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66215" y="1952625"/>
            <a:ext cx="3618869" cy="2562226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56535" y="1952625"/>
            <a:ext cx="3618869" cy="2562225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319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216" y="1952625"/>
            <a:ext cx="3618868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66215" y="2384822"/>
            <a:ext cx="3618869" cy="2130029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56535" y="1952625"/>
            <a:ext cx="3618869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56535" y="2384822"/>
            <a:ext cx="3618869" cy="2130029"/>
          </a:xfrm>
        </p:spPr>
        <p:txBody>
          <a:bodyPr>
            <a:normAutofit/>
          </a:bodyPr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900"/>
            </a:lvl4pPr>
            <a:lvl5pPr>
              <a:defRPr sz="900"/>
            </a:lvl5pPr>
            <a:lvl6pPr>
              <a:defRPr sz="900"/>
            </a:lvl6pPr>
            <a:lvl7pPr>
              <a:defRPr sz="900"/>
            </a:lvl7pPr>
            <a:lvl8pPr>
              <a:defRPr sz="900"/>
            </a:lvl8pPr>
            <a:lvl9pPr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02720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866216" y="730251"/>
            <a:ext cx="6571060" cy="530223"/>
          </a:xfrm>
        </p:spPr>
        <p:txBody>
          <a:bodyPr/>
          <a:lstStyle>
            <a:lvl1pPr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81254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89445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9144000" cy="51435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5713412" y="402165"/>
              <a:ext cx="6055253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Freeform 5"/>
            <p:cNvSpPr/>
            <p:nvPr/>
          </p:nvSpPr>
          <p:spPr bwMode="gray">
            <a:xfrm rot="15922489">
              <a:off x="3140485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2229377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6" y="971550"/>
            <a:ext cx="2094869" cy="1200150"/>
          </a:xfrm>
        </p:spPr>
        <p:txBody>
          <a:bodyPr anchor="b"/>
          <a:lstStyle>
            <a:lvl1pPr algn="l">
              <a:defRPr sz="18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335859" y="1085850"/>
            <a:ext cx="3892550" cy="3429000"/>
          </a:xfrm>
        </p:spPr>
        <p:txBody>
          <a:bodyPr anchor="ctr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866215" y="2346961"/>
            <a:ext cx="2094869" cy="2171699"/>
          </a:xfrm>
        </p:spPr>
        <p:txBody>
          <a:bodyPr/>
          <a:lstStyle>
            <a:lvl1pPr marL="0" indent="0">
              <a:buNone/>
              <a:defRPr sz="105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1026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9144000" cy="51435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6172200" y="402165"/>
              <a:ext cx="55964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5"/>
            <p:cNvSpPr/>
            <p:nvPr/>
          </p:nvSpPr>
          <p:spPr bwMode="gray">
            <a:xfrm rot="15922489">
              <a:off x="4203594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32954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6" y="1270000"/>
            <a:ext cx="2898851" cy="1301750"/>
          </a:xfrm>
        </p:spPr>
        <p:txBody>
          <a:bodyPr anchor="b">
            <a:normAutofit/>
          </a:bodyPr>
          <a:lstStyle>
            <a:lvl1pPr algn="l">
              <a:defRPr sz="27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910903" y="857250"/>
            <a:ext cx="2420395" cy="3429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pPr marL="0" lvl="0" indent="0" algn="ctr">
              <a:buNone/>
            </a:pPr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866216" y="2743200"/>
            <a:ext cx="2894409" cy="1028700"/>
          </a:xfrm>
        </p:spPr>
        <p:txBody>
          <a:bodyPr>
            <a:normAutofit/>
          </a:bodyPr>
          <a:lstStyle>
            <a:lvl1pPr marL="0" indent="0">
              <a:buNone/>
              <a:defRPr sz="105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62363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abild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9144000" cy="5143500"/>
            <a:chOff x="0" y="0"/>
            <a:chExt cx="12192000" cy="6858000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Freeform 5"/>
            <p:cNvSpPr/>
            <p:nvPr/>
          </p:nvSpPr>
          <p:spPr bwMode="gray">
            <a:xfrm rot="10371525">
              <a:off x="263767" y="443825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1" name="Freeform 5"/>
            <p:cNvSpPr/>
            <p:nvPr/>
          </p:nvSpPr>
          <p:spPr bwMode="gray">
            <a:xfrm rot="10800000">
              <a:off x="459506" y="321130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6" y="3727445"/>
            <a:ext cx="6619244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66216" y="514350"/>
            <a:ext cx="6619244" cy="257175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215" y="4152499"/>
            <a:ext cx="6619244" cy="370284"/>
          </a:xfrm>
        </p:spPr>
        <p:txBody>
          <a:bodyPr>
            <a:normAutofit/>
          </a:bodyPr>
          <a:lstStyle>
            <a:lvl1pPr marL="0" indent="0">
              <a:buNone/>
              <a:defRPr sz="9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48934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 und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9144000" cy="51435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Freeform 5"/>
            <p:cNvSpPr/>
            <p:nvPr/>
          </p:nvSpPr>
          <p:spPr bwMode="gray">
            <a:xfrm rot="21010068">
              <a:off x="8490951" y="271487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7" name="Freeform 5"/>
            <p:cNvSpPr/>
            <p:nvPr/>
          </p:nvSpPr>
          <p:spPr bwMode="gray">
            <a:xfrm>
              <a:off x="455612" y="2801319"/>
              <a:ext cx="11277600" cy="3602637"/>
            </a:xfrm>
            <a:custGeom>
              <a:avLst/>
              <a:gdLst/>
              <a:ahLst/>
              <a:cxnLst/>
              <a:rect l="l" t="t" r="r" b="b"/>
              <a:pathLst>
                <a:path w="10000" h="7946">
                  <a:moveTo>
                    <a:pt x="0" y="0"/>
                  </a:moveTo>
                  <a:lnTo>
                    <a:pt x="0" y="7945"/>
                  </a:lnTo>
                  <a:lnTo>
                    <a:pt x="10000" y="7946"/>
                  </a:lnTo>
                  <a:lnTo>
                    <a:pt x="10000" y="4"/>
                  </a:lnTo>
                  <a:lnTo>
                    <a:pt x="10000" y="4"/>
                  </a:lnTo>
                  <a:lnTo>
                    <a:pt x="9773" y="91"/>
                  </a:lnTo>
                  <a:lnTo>
                    <a:pt x="9547" y="175"/>
                  </a:lnTo>
                  <a:lnTo>
                    <a:pt x="9320" y="256"/>
                  </a:lnTo>
                  <a:lnTo>
                    <a:pt x="9092" y="326"/>
                  </a:lnTo>
                  <a:lnTo>
                    <a:pt x="8865" y="396"/>
                  </a:lnTo>
                  <a:lnTo>
                    <a:pt x="8637" y="462"/>
                  </a:lnTo>
                  <a:lnTo>
                    <a:pt x="8412" y="518"/>
                  </a:lnTo>
                  <a:lnTo>
                    <a:pt x="8184" y="571"/>
                  </a:lnTo>
                  <a:lnTo>
                    <a:pt x="7957" y="620"/>
                  </a:lnTo>
                  <a:lnTo>
                    <a:pt x="7734" y="662"/>
                  </a:lnTo>
                  <a:lnTo>
                    <a:pt x="7508" y="704"/>
                  </a:lnTo>
                  <a:lnTo>
                    <a:pt x="7285" y="739"/>
                  </a:lnTo>
                  <a:lnTo>
                    <a:pt x="7062" y="767"/>
                  </a:lnTo>
                  <a:lnTo>
                    <a:pt x="6840" y="795"/>
                  </a:lnTo>
                  <a:lnTo>
                    <a:pt x="6620" y="819"/>
                  </a:lnTo>
                  <a:lnTo>
                    <a:pt x="6402" y="837"/>
                  </a:lnTo>
                  <a:lnTo>
                    <a:pt x="6184" y="851"/>
                  </a:lnTo>
                  <a:lnTo>
                    <a:pt x="5968" y="865"/>
                  </a:lnTo>
                  <a:lnTo>
                    <a:pt x="5755" y="872"/>
                  </a:lnTo>
                  <a:lnTo>
                    <a:pt x="5542" y="879"/>
                  </a:lnTo>
                  <a:lnTo>
                    <a:pt x="5332" y="882"/>
                  </a:lnTo>
                  <a:lnTo>
                    <a:pt x="5124" y="879"/>
                  </a:lnTo>
                  <a:lnTo>
                    <a:pt x="4918" y="879"/>
                  </a:lnTo>
                  <a:lnTo>
                    <a:pt x="4714" y="872"/>
                  </a:lnTo>
                  <a:lnTo>
                    <a:pt x="4514" y="861"/>
                  </a:lnTo>
                  <a:lnTo>
                    <a:pt x="4316" y="851"/>
                  </a:lnTo>
                  <a:lnTo>
                    <a:pt x="4122" y="840"/>
                  </a:lnTo>
                  <a:lnTo>
                    <a:pt x="3929" y="823"/>
                  </a:lnTo>
                  <a:lnTo>
                    <a:pt x="3739" y="805"/>
                  </a:lnTo>
                  <a:lnTo>
                    <a:pt x="3553" y="788"/>
                  </a:lnTo>
                  <a:lnTo>
                    <a:pt x="3190" y="742"/>
                  </a:lnTo>
                  <a:lnTo>
                    <a:pt x="2842" y="693"/>
                  </a:lnTo>
                  <a:lnTo>
                    <a:pt x="2508" y="641"/>
                  </a:lnTo>
                  <a:lnTo>
                    <a:pt x="2192" y="585"/>
                  </a:lnTo>
                  <a:lnTo>
                    <a:pt x="1890" y="525"/>
                  </a:lnTo>
                  <a:lnTo>
                    <a:pt x="1610" y="462"/>
                  </a:lnTo>
                  <a:lnTo>
                    <a:pt x="1347" y="399"/>
                  </a:lnTo>
                  <a:lnTo>
                    <a:pt x="1105" y="336"/>
                  </a:lnTo>
                  <a:lnTo>
                    <a:pt x="883" y="277"/>
                  </a:lnTo>
                  <a:lnTo>
                    <a:pt x="686" y="221"/>
                  </a:lnTo>
                  <a:lnTo>
                    <a:pt x="508" y="168"/>
                  </a:lnTo>
                  <a:lnTo>
                    <a:pt x="358" y="123"/>
                  </a:lnTo>
                  <a:lnTo>
                    <a:pt x="232" y="81"/>
                  </a:lnTo>
                  <a:lnTo>
                    <a:pt x="59" y="21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1598" y="797563"/>
            <a:ext cx="6623862" cy="1029740"/>
          </a:xfrm>
        </p:spPr>
        <p:txBody>
          <a:bodyPr/>
          <a:lstStyle>
            <a:lvl1pPr>
              <a:defRPr sz="3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216" y="2657475"/>
            <a:ext cx="6619244" cy="1857375"/>
          </a:xfrm>
        </p:spPr>
        <p:txBody>
          <a:bodyPr anchor="ctr">
            <a:normAutofit/>
          </a:bodyPr>
          <a:lstStyle>
            <a:lvl1pPr marL="0" indent="0">
              <a:buNone/>
              <a:defRPr sz="13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21190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Zita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0" y="0"/>
            <a:ext cx="9144000" cy="5143500"/>
            <a:chOff x="0" y="0"/>
            <a:chExt cx="12192000" cy="6858000"/>
          </a:xfrm>
        </p:grpSpPr>
        <p:sp>
          <p:nvSpPr>
            <p:cNvPr id="17" name="Rectangle 1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Oval 22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Oval 23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Oval 24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Freeform 5"/>
            <p:cNvSpPr/>
            <p:nvPr/>
          </p:nvSpPr>
          <p:spPr bwMode="gray">
            <a:xfrm rot="21010068">
              <a:off x="8490951" y="41851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8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16" name="TextBox 15"/>
          <p:cNvSpPr txBox="1"/>
          <p:nvPr/>
        </p:nvSpPr>
        <p:spPr bwMode="gray">
          <a:xfrm>
            <a:off x="661175" y="455502"/>
            <a:ext cx="60143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72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 bwMode="gray">
          <a:xfrm>
            <a:off x="7413344" y="1960341"/>
            <a:ext cx="48957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72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6408" y="736600"/>
            <a:ext cx="6340430" cy="2022474"/>
          </a:xfrm>
        </p:spPr>
        <p:txBody>
          <a:bodyPr/>
          <a:lstStyle>
            <a:lvl1pPr>
              <a:defRPr sz="3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 bwMode="gray">
          <a:xfrm>
            <a:off x="1459459" y="2759074"/>
            <a:ext cx="5798414" cy="256631"/>
          </a:xfrm>
        </p:spPr>
        <p:txBody>
          <a:bodyPr anchor="t">
            <a:normAutofit/>
          </a:bodyPr>
          <a:lstStyle>
            <a:lvl1pPr marL="0" indent="0">
              <a:buNone/>
              <a:defRPr lang="en-US" sz="1050" b="0" i="0" kern="1200" cap="small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  <a:ea typeface="+mn-ea"/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216" y="3771899"/>
            <a:ext cx="6933673" cy="748393"/>
          </a:xfrm>
        </p:spPr>
        <p:txBody>
          <a:bodyPr anchor="ctr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9" name="Rectangle 18"/>
          <p:cNvSpPr/>
          <p:nvPr/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242600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nskar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9144000" cy="51435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Freeform 5"/>
            <p:cNvSpPr/>
            <p:nvPr/>
          </p:nvSpPr>
          <p:spPr bwMode="gray">
            <a:xfrm rot="21010068">
              <a:off x="8490951" y="4193583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8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6" y="1778000"/>
            <a:ext cx="6619245" cy="136688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216" y="3768725"/>
            <a:ext cx="6619244" cy="645300"/>
          </a:xfrm>
        </p:spPr>
        <p:txBody>
          <a:bodyPr anchor="t"/>
          <a:lstStyle>
            <a:lvl1pPr marL="0" indent="0" algn="l">
              <a:buNone/>
              <a:defRPr sz="1500" cap="none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868149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6" y="730251"/>
            <a:ext cx="6619244" cy="530223"/>
          </a:xfrm>
        </p:spPr>
        <p:txBody>
          <a:bodyPr/>
          <a:lstStyle>
            <a:lvl1pPr>
              <a:defRPr sz="27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215" y="1952626"/>
            <a:ext cx="2356409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866215" y="2384823"/>
            <a:ext cx="2356409" cy="2135470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384541" y="1952625"/>
            <a:ext cx="236025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384541" y="2384823"/>
            <a:ext cx="2360257" cy="2135470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916101" y="1952626"/>
            <a:ext cx="2359298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5916247" y="2384822"/>
            <a:ext cx="2359152" cy="2135470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302978" y="1927225"/>
            <a:ext cx="0" cy="2619374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5829301" y="1927225"/>
            <a:ext cx="0" cy="2619374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437564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Bild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6" y="730251"/>
            <a:ext cx="6619244" cy="530223"/>
          </a:xfrm>
        </p:spPr>
        <p:txBody>
          <a:bodyPr/>
          <a:lstStyle>
            <a:lvl1pPr>
              <a:defRPr sz="27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215" y="3399633"/>
            <a:ext cx="2287829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00915" y="1952625"/>
            <a:ext cx="2018432" cy="1193633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866215" y="3831830"/>
            <a:ext cx="2287829" cy="688464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26649" y="3399634"/>
            <a:ext cx="2287829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1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561347" y="1952625"/>
            <a:ext cx="2018432" cy="1193633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427629" y="3831829"/>
            <a:ext cx="2287829" cy="688464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987082" y="3399634"/>
            <a:ext cx="2288321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2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6122273" y="1952625"/>
            <a:ext cx="2018432" cy="1193633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5987081" y="3831828"/>
            <a:ext cx="2288322" cy="688464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cxnSp>
        <p:nvCxnSpPr>
          <p:cNvPr id="43" name="Straight Connector 42"/>
          <p:cNvCxnSpPr/>
          <p:nvPr/>
        </p:nvCxnSpPr>
        <p:spPr>
          <a:xfrm>
            <a:off x="3304373" y="1927225"/>
            <a:ext cx="0" cy="2619374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>
            <a:off x="5848352" y="1927225"/>
            <a:ext cx="0" cy="2619374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420833" y="4793879"/>
            <a:ext cx="2733212" cy="228601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409282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6" y="730251"/>
            <a:ext cx="6619244" cy="53022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66216" y="1952625"/>
            <a:ext cx="6619244" cy="2562225"/>
          </a:xfrm>
        </p:spPr>
        <p:txBody>
          <a:bodyPr vert="eaVert" anchor="t" anchorCtr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021580" y="4793879"/>
            <a:ext cx="742949" cy="228599"/>
          </a:xfrm>
        </p:spPr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866814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9144000" cy="5143500"/>
            <a:chOff x="0" y="0"/>
            <a:chExt cx="12192000" cy="6858000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7" name="Rectangle 6"/>
            <p:cNvSpPr/>
            <p:nvPr/>
          </p:nvSpPr>
          <p:spPr bwMode="gray">
            <a:xfrm>
              <a:off x="414867" y="402165"/>
              <a:ext cx="6510866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Freeform 5"/>
            <p:cNvSpPr/>
            <p:nvPr/>
          </p:nvSpPr>
          <p:spPr bwMode="gray">
            <a:xfrm rot="5101749">
              <a:off x="6294738" y="457773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0" name="Freeform 5"/>
            <p:cNvSpPr/>
            <p:nvPr/>
          </p:nvSpPr>
          <p:spPr bwMode="gray">
            <a:xfrm rot="5400000">
              <a:off x="44492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3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438927" y="958850"/>
            <a:ext cx="1057474" cy="3561443"/>
          </a:xfrm>
        </p:spPr>
        <p:txBody>
          <a:bodyPr vert="eaVert" anchor="b" anchorCtr="0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66216" y="958850"/>
            <a:ext cx="4692019" cy="3561443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89829" y="4793879"/>
            <a:ext cx="744101" cy="228599"/>
          </a:xfrm>
        </p:spPr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3527809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1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slideLayouts/slideLayout17.xml" Type="http://schemas.openxmlformats.org/officeDocument/2006/relationships/slideLayout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19" Target="../media/image1.jpeg" Type="http://schemas.openxmlformats.org/officeDocument/2006/relationships/image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9144000" cy="5143500"/>
            <a:chOff x="0" y="0"/>
            <a:chExt cx="12192000" cy="6858000"/>
          </a:xfrm>
        </p:grpSpPr>
        <p:sp>
          <p:nvSpPr>
            <p:cNvPr id="7" name="Rectangle 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19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Oval 12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Freeform 5"/>
            <p:cNvSpPr/>
            <p:nvPr/>
          </p:nvSpPr>
          <p:spPr bwMode="gray">
            <a:xfrm rot="21010068">
              <a:off x="8490951" y="17975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9" name="Freeform 5"/>
            <p:cNvSpPr/>
            <p:nvPr/>
          </p:nvSpPr>
          <p:spPr bwMode="gray">
            <a:xfrm>
              <a:off x="459506" y="1866405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4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866216" y="730251"/>
            <a:ext cx="6571060" cy="53022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216" y="1952625"/>
            <a:ext cx="6571060" cy="25622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989829" y="4793879"/>
            <a:ext cx="742949" cy="2285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 b="1" i="0">
                <a:solidFill>
                  <a:schemeClr val="accent1"/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20833" y="4793879"/>
            <a:ext cx="2894846" cy="2286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 b="1" i="0">
                <a:solidFill>
                  <a:schemeClr val="accent1"/>
                </a:solidFill>
              </a:defRPr>
            </a:lvl1pPr>
          </a:lstStyle>
          <a:p>
            <a:endParaRPr lang="en-US"/>
          </a:p>
        </p:txBody>
      </p:sp>
      <p:sp>
        <p:nvSpPr>
          <p:cNvPr id="21" name="Rectangle 20"/>
          <p:cNvSpPr/>
          <p:nvPr/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7764406" y="221797"/>
            <a:ext cx="628649" cy="57576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100" b="0" i="0">
                <a:solidFill>
                  <a:schemeClr val="bg1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6154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  <p:sldLayoutId id="2147483738" r:id="rId12"/>
    <p:sldLayoutId id="2147483739" r:id="rId13"/>
    <p:sldLayoutId id="2147483740" r:id="rId14"/>
    <p:sldLayoutId id="2147483741" r:id="rId15"/>
    <p:sldLayoutId id="2147483742" r:id="rId16"/>
    <p:sldLayoutId id="2147483743" r:id="rId17"/>
  </p:sldLayoutIdLst>
  <p:txStyles>
    <p:titleStyle>
      <a:lvl1pPr algn="l" defTabSz="342900" rtl="0" eaLnBrk="1" latinLnBrk="0" hangingPunct="1">
        <a:spcBef>
          <a:spcPct val="0"/>
        </a:spcBef>
        <a:buNone/>
        <a:defRPr sz="2700" b="0" i="0" kern="1200">
          <a:solidFill>
            <a:schemeClr val="bg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57175" indent="-257175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35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557213" indent="-214313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8572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05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2001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5430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8859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2288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25717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29146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AA5AE68C-7E05-4013-BF21-9B93BA55A149}" type="datetime1">
              <a:rPr lang="de-DE" smtClean="0"/>
              <a:t>23. Mai 2026</a:t>
            </a:fld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66215" y="2215220"/>
            <a:ext cx="3618869" cy="2037036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63600" y="1943100"/>
          <a:ext cx="65659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8300"/>
                <a:gridCol w="1638300"/>
                <a:gridCol w="1638300"/>
                <a:gridCol w="1638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56535" y="2215219"/>
            <a:ext cx="3618869" cy="2037036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2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63600" y="1943100"/>
          <a:ext cx="65659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4400"/>
                <a:gridCol w="2184400"/>
                <a:gridCol w="2184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66215" y="2215220"/>
            <a:ext cx="3618869" cy="2037036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24100" y="1943100"/>
            <a:ext cx="3632200" cy="2044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63600" y="1943100"/>
          <a:ext cx="6565900" cy="25527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4400"/>
                <a:gridCol w="2184400"/>
                <a:gridCol w="2184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-Sitzungssaal">
  <a:themeElements>
    <a:clrScheme name="Ion-Sitzungssaal">
      <a:dk1>
        <a:sysClr val="windowText" lastClr="000000"/>
      </a:dk1>
      <a:lt1>
        <a:sysClr val="window" lastClr="FFFFFF"/>
      </a:lt1>
      <a:dk2>
        <a:srgbClr val="3B3059"/>
      </a:dk2>
      <a:lt2>
        <a:srgbClr val="EBEBEB"/>
      </a:lt2>
      <a:accent1>
        <a:srgbClr val="B31166"/>
      </a:accent1>
      <a:accent2>
        <a:srgbClr val="E33D6F"/>
      </a:accent2>
      <a:accent3>
        <a:srgbClr val="E45F3C"/>
      </a:accent3>
      <a:accent4>
        <a:srgbClr val="E9943A"/>
      </a:accent4>
      <a:accent5>
        <a:srgbClr val="9B6BF2"/>
      </a:accent5>
      <a:accent6>
        <a:srgbClr val="D53DD0"/>
      </a:accent6>
      <a:hlink>
        <a:srgbClr val="8F8F8F"/>
      </a:hlink>
      <a:folHlink>
        <a:srgbClr val="A5A5A5"/>
      </a:folHlink>
    </a:clrScheme>
    <a:fontScheme name="Ion-Sitzungssaal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-Sitzungssaal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 Boardroom" id="{FC33163D-4339-46B1-8EED-24C834239D99}" vid="{B8502691-933B-45FE-8764-BA278511EF2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 Boardroom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6" baseType="lpstr">
      <vt:lpstr>Arial</vt:lpstr>
      <vt:lpstr>Calibri</vt:lpstr>
      <vt:lpstr>Century Gothic</vt:lpstr>
      <vt:lpstr>Wingdings 3</vt:lpstr>
      <vt:lpstr>Ion-Sitzungssaal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2026-07-28T08:59:54Z</dcterms:created>
  <dcterms:modified xsi:type="dcterms:W3CDTF">2026-07-28T08:59:54Z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