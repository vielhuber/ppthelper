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8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91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2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44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119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26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1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7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2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668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278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jpe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6535" y="2215219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943100"/>
            <a:ext cx="36322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255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2026-05-23T07:46:57Z</dcterms:created>
  <dcterms:modified xsi:type="dcterms:W3CDTF">2026-05-23T07:46:57Z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