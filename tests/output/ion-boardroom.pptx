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216" y="1574800"/>
            <a:ext cx="6619244" cy="2008236"/>
          </a:xfrm>
        </p:spPr>
        <p:txBody>
          <a:bodyPr anchor="b"/>
          <a:lstStyle>
            <a:lvl1pPr>
              <a:defRPr sz="40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866216" y="3583035"/>
            <a:ext cx="6619244" cy="646065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7619239" y="1344169"/>
            <a:ext cx="742949" cy="2285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6713982" y="2420874"/>
            <a:ext cx="2894846" cy="2286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764406" y="221797"/>
            <a:ext cx="628649" cy="575765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7891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6216" y="1952625"/>
            <a:ext cx="6619244" cy="25622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7891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2008234"/>
            <a:ext cx="3263269" cy="1712868"/>
          </a:xfrm>
        </p:spPr>
        <p:txBody>
          <a:bodyPr anchor="ctr"/>
          <a:lstStyle>
            <a:lvl1pPr algn="l">
              <a:defRPr sz="3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71670" y="2008233"/>
            <a:ext cx="2818159" cy="1712868"/>
          </a:xfrm>
        </p:spPr>
        <p:txBody>
          <a:bodyPr anchor="ctr"/>
          <a:lstStyle>
            <a:lvl1pPr marL="0" indent="0" algn="l">
              <a:buNone/>
              <a:defRPr sz="15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0915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6215" y="1952625"/>
            <a:ext cx="3618869" cy="2562226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56535" y="1952625"/>
            <a:ext cx="3618869" cy="2562225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1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1952625"/>
            <a:ext cx="3618868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66215" y="2384822"/>
            <a:ext cx="3618869" cy="2130029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56535" y="1952625"/>
            <a:ext cx="361886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56535" y="2384822"/>
            <a:ext cx="3618869" cy="2130029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2720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866216" y="730251"/>
            <a:ext cx="6571060" cy="530223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1254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9445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971550"/>
            <a:ext cx="2094869" cy="1200150"/>
          </a:xfrm>
        </p:spPr>
        <p:txBody>
          <a:bodyPr anchor="b"/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35859" y="1085850"/>
            <a:ext cx="3892550" cy="3429000"/>
          </a:xfrm>
        </p:spPr>
        <p:txBody>
          <a:bodyPr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215" y="2346961"/>
            <a:ext cx="2094869" cy="2171699"/>
          </a:xfrm>
        </p:spPr>
        <p:txBody>
          <a:bodyPr/>
          <a:lstStyle>
            <a:lvl1pPr marL="0" indent="0">
              <a:buNone/>
              <a:defRPr sz="105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026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1270000"/>
            <a:ext cx="2898851" cy="1301750"/>
          </a:xfrm>
        </p:spPr>
        <p:txBody>
          <a:bodyPr anchor="b">
            <a:normAutofit/>
          </a:bodyPr>
          <a:lstStyle>
            <a:lvl1pPr algn="l">
              <a:defRPr sz="27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910903" y="857250"/>
            <a:ext cx="2420395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pPr marL="0" lvl="0" indent="0" algn="ctr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216" y="2743200"/>
            <a:ext cx="2894409" cy="1028700"/>
          </a:xfrm>
        </p:spPr>
        <p:txBody>
          <a:bodyPr>
            <a:normAutofit/>
          </a:bodyPr>
          <a:lstStyle>
            <a:lvl1pPr marL="0" indent="0">
              <a:buNone/>
              <a:defRPr sz="105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2363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3727445"/>
            <a:ext cx="6619244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216" y="514350"/>
            <a:ext cx="6619244" cy="257175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5" y="4152499"/>
            <a:ext cx="6619244" cy="370284"/>
          </a:xfrm>
        </p:spPr>
        <p:txBody>
          <a:bodyPr>
            <a:normAutofit/>
          </a:bodyPr>
          <a:lstStyle>
            <a:lvl1pPr marL="0" indent="0">
              <a:buNone/>
              <a:defRPr sz="9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893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1598" y="797563"/>
            <a:ext cx="6623862" cy="1029740"/>
          </a:xfrm>
        </p:spPr>
        <p:txBody>
          <a:bodyPr/>
          <a:lstStyle>
            <a:lvl1pPr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2657475"/>
            <a:ext cx="6619244" cy="1857375"/>
          </a:xfrm>
        </p:spPr>
        <p:txBody>
          <a:bodyPr anchor="ctr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2119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661175" y="455502"/>
            <a:ext cx="6014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7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7413344" y="1960341"/>
            <a:ext cx="4895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7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6408" y="736600"/>
            <a:ext cx="6340430" cy="2022474"/>
          </a:xfrm>
        </p:spPr>
        <p:txBody>
          <a:bodyPr/>
          <a:lstStyle>
            <a:lvl1pPr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459459" y="2759074"/>
            <a:ext cx="5798414" cy="256631"/>
          </a:xfrm>
        </p:spPr>
        <p:txBody>
          <a:bodyPr anchor="t">
            <a:normAutofit/>
          </a:bodyPr>
          <a:lstStyle>
            <a:lvl1pPr marL="0" indent="0">
              <a:buNone/>
              <a:defRPr lang="en-US" sz="105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3771899"/>
            <a:ext cx="6933673" cy="748393"/>
          </a:xfrm>
        </p:spPr>
        <p:txBody>
          <a:bodyPr anchor="ctr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4260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1778000"/>
            <a:ext cx="6619245" cy="136688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3768725"/>
            <a:ext cx="6619244" cy="645300"/>
          </a:xfrm>
        </p:spPr>
        <p:txBody>
          <a:bodyPr anchor="t"/>
          <a:lstStyle>
            <a:lvl1pPr marL="0" indent="0" algn="l">
              <a:buNone/>
              <a:defRPr sz="15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6814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730251"/>
            <a:ext cx="6619244" cy="530223"/>
          </a:xfrm>
        </p:spPr>
        <p:txBody>
          <a:bodyPr/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5" y="1952626"/>
            <a:ext cx="235640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866215" y="2384823"/>
            <a:ext cx="2356409" cy="2135470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84541" y="1952625"/>
            <a:ext cx="236025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84541" y="2384823"/>
            <a:ext cx="2360257" cy="2135470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16101" y="1952626"/>
            <a:ext cx="2359298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16247" y="2384822"/>
            <a:ext cx="2359152" cy="2135470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302978" y="1927225"/>
            <a:ext cx="0" cy="261937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829301" y="1927225"/>
            <a:ext cx="0" cy="261937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37564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730251"/>
            <a:ext cx="6619244" cy="530223"/>
          </a:xfrm>
        </p:spPr>
        <p:txBody>
          <a:bodyPr/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5" y="3399633"/>
            <a:ext cx="228782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00915" y="1952625"/>
            <a:ext cx="2018432" cy="119363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866215" y="3831830"/>
            <a:ext cx="2287829" cy="68846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26649" y="3399634"/>
            <a:ext cx="228782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561347" y="1952625"/>
            <a:ext cx="2018432" cy="119363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427629" y="3831829"/>
            <a:ext cx="2287829" cy="68846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87082" y="3399634"/>
            <a:ext cx="2288321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122273" y="1952625"/>
            <a:ext cx="2018432" cy="119363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87081" y="3831828"/>
            <a:ext cx="2288322" cy="68846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3304373" y="1927225"/>
            <a:ext cx="0" cy="261937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5848352" y="1927225"/>
            <a:ext cx="0" cy="261937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20833" y="4793879"/>
            <a:ext cx="2733212" cy="228601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09282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730251"/>
            <a:ext cx="6619244" cy="53022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6216" y="1952625"/>
            <a:ext cx="6619244" cy="2562225"/>
          </a:xfrm>
        </p:spPr>
        <p:txBody>
          <a:bodyPr vert="eaVert" anchor="t" anchorCtr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21580" y="4793879"/>
            <a:ext cx="742949" cy="228599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6681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38927" y="958850"/>
            <a:ext cx="1057474" cy="3561443"/>
          </a:xfrm>
        </p:spPr>
        <p:txBody>
          <a:bodyPr vert="eaVert" anchor="b" anchorCtr="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6216" y="958850"/>
            <a:ext cx="4692019" cy="3561443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9829" y="4793879"/>
            <a:ext cx="744101" cy="228599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527809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media/image1.jpeg" Type="http://schemas.openxmlformats.org/officeDocument/2006/relationships/imag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866216" y="730251"/>
            <a:ext cx="6571060" cy="5302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1952625"/>
            <a:ext cx="6571060" cy="25622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89829" y="4793879"/>
            <a:ext cx="742949" cy="2285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 b="1" i="0">
                <a:solidFill>
                  <a:schemeClr val="accent1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0833" y="4793879"/>
            <a:ext cx="2894846" cy="2286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 b="1" i="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764406" y="221797"/>
            <a:ext cx="628649" cy="57576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100" b="0" i="0">
                <a:solidFill>
                  <a:schemeClr val="bg1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615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l" defTabSz="342900" rtl="0" eaLnBrk="1" latinLnBrk="0" hangingPunct="1">
        <a:spcBef>
          <a:spcPct val="0"/>
        </a:spcBef>
        <a:buNone/>
        <a:defRPr sz="27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35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05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AA5AE68C-7E05-4013-BF21-9B93BA55A149}" type="datetime1">
              <a:rPr lang="de-DE" smtClean="0"/>
              <a:t>23. Mai 2026</a:t>
            </a:fld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66215" y="2215220"/>
            <a:ext cx="3618869" cy="203703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63600" y="1943100"/>
          <a:ext cx="6565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56535" y="2215219"/>
            <a:ext cx="3618869" cy="203703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63600" y="1943100"/>
          <a:ext cx="6565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4400"/>
                <a:gridCol w="2184400"/>
                <a:gridCol w="2184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66215" y="2215220"/>
            <a:ext cx="3618869" cy="203703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943100"/>
            <a:ext cx="36322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63600" y="1943100"/>
          <a:ext cx="6565900" cy="2552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4400"/>
                <a:gridCol w="2184400"/>
                <a:gridCol w="2184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-Sitzungssaal">
  <a:themeElements>
    <a:clrScheme name="Ion-Sitzungssaal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-Sitzungssaal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-Sitzungssaal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Calibri</vt:lpstr>
      <vt:lpstr>Century Gothic</vt:lpstr>
      <vt:lpstr>Wingdings 3</vt:lpstr>
      <vt:lpstr>Ion-Sitzungssaal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2026-07-21T15:34:37Z</dcterms:created>
  <dcterms:modified xsi:type="dcterms:W3CDTF">2026-07-21T15:34:37Z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