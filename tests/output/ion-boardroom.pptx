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8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89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9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7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2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44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26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3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93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11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26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681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75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92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68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278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1.jpe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1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AA5AE68C-7E05-4013-BF21-9B93BA55A149}" type="datetime1">
              <a:rPr lang="de-DE" smtClean="0"/>
              <a:t>23. Mai 2026</a:t>
            </a:fld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6215" y="2215220"/>
            <a:ext cx="3618869" cy="203703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63600" y="1943100"/>
          <a:ext cx="6565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56535" y="2215219"/>
            <a:ext cx="3618869" cy="203703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63600" y="1943100"/>
          <a:ext cx="6565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/>
                <a:gridCol w="2184400"/>
                <a:gridCol w="2184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6215" y="2215220"/>
            <a:ext cx="3618869" cy="203703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943100"/>
            <a:ext cx="3632200" cy="204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63600" y="1943100"/>
          <a:ext cx="6565900" cy="255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/>
                <a:gridCol w="2184400"/>
                <a:gridCol w="2184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-Sitzungssaal">
  <a:themeElements>
    <a:clrScheme name="Ion-Sitzungssaal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-Sitzungssaal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-Sitzungssaal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Gothic</vt:lpstr>
      <vt:lpstr>Wingdings 3</vt:lpstr>
      <vt:lpstr>Ion-Sitzungssaal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2026-05-25T19:48:10Z</dcterms:created>
  <dcterms:modified xsi:type="dcterms:W3CDTF">2026-05-25T19:48:10Z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