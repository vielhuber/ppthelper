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574800"/>
            <a:ext cx="6619244" cy="2008236"/>
          </a:xfrm>
        </p:spPr>
        <p:txBody>
          <a:bodyPr anchor="b"/>
          <a:lstStyle>
            <a:lvl1pPr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866216" y="3583035"/>
            <a:ext cx="6619244" cy="646065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619239" y="1344169"/>
            <a:ext cx="742949" cy="2285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713982" y="2420874"/>
            <a:ext cx="2894846" cy="2286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64406" y="221797"/>
            <a:ext cx="628649" cy="575765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89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16" y="1952625"/>
            <a:ext cx="6619244" cy="25622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789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2008234"/>
            <a:ext cx="3263269" cy="1712868"/>
          </a:xfrm>
        </p:spPr>
        <p:txBody>
          <a:bodyPr anchor="ctr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71670" y="2008233"/>
            <a:ext cx="2818159" cy="1712868"/>
          </a:xfrm>
        </p:spPr>
        <p:txBody>
          <a:bodyPr anchor="ctr"/>
          <a:lstStyle>
            <a:lvl1pPr marL="0" indent="0" algn="l">
              <a:buNone/>
              <a:defRPr sz="15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0915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15" y="1952625"/>
            <a:ext cx="3618869" cy="2562226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6535" y="1952625"/>
            <a:ext cx="3618869" cy="256222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1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361886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215" y="2384822"/>
            <a:ext cx="3618869" cy="2130029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56535" y="1952625"/>
            <a:ext cx="361886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56535" y="2384822"/>
            <a:ext cx="3618869" cy="2130029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272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571060" cy="530223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25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944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971550"/>
            <a:ext cx="2094869" cy="1200150"/>
          </a:xfrm>
        </p:spPr>
        <p:txBody>
          <a:bodyPr anchor="b"/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5859" y="1085850"/>
            <a:ext cx="3892550" cy="3429000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5" y="2346961"/>
            <a:ext cx="2094869" cy="2171699"/>
          </a:xfrm>
        </p:spPr>
        <p:txBody>
          <a:bodyPr/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026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270000"/>
            <a:ext cx="2898851" cy="1301750"/>
          </a:xfrm>
        </p:spPr>
        <p:txBody>
          <a:bodyPr anchor="b">
            <a:normAutofit/>
          </a:bodyPr>
          <a:lstStyle>
            <a:lvl1pPr algn="l">
              <a:defRPr sz="27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910903" y="857250"/>
            <a:ext cx="2420395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pPr marL="0" lvl="0" indent="0" algn="ctr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6" y="2743200"/>
            <a:ext cx="2894409" cy="1028700"/>
          </a:xfrm>
        </p:spPr>
        <p:txBody>
          <a:bodyPr>
            <a:normAutofit/>
          </a:bodyPr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236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3727445"/>
            <a:ext cx="6619244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216" y="514350"/>
            <a:ext cx="6619244" cy="257175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5" y="4152499"/>
            <a:ext cx="6619244" cy="370284"/>
          </a:xfrm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893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1598" y="797563"/>
            <a:ext cx="6623862" cy="1029740"/>
          </a:xfrm>
        </p:spPr>
        <p:txBody>
          <a:bodyPr/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657475"/>
            <a:ext cx="6619244" cy="1857375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2119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661175" y="455502"/>
            <a:ext cx="6014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7413344" y="1960341"/>
            <a:ext cx="4895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6408" y="736600"/>
            <a:ext cx="6340430" cy="2022474"/>
          </a:xfrm>
        </p:spPr>
        <p:txBody>
          <a:bodyPr/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459459" y="2759074"/>
            <a:ext cx="5798414" cy="256631"/>
          </a:xfrm>
        </p:spPr>
        <p:txBody>
          <a:bodyPr anchor="t">
            <a:normAutofit/>
          </a:bodyPr>
          <a:lstStyle>
            <a:lvl1pPr marL="0" indent="0">
              <a:buNone/>
              <a:defRPr lang="en-US" sz="105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3771899"/>
            <a:ext cx="6933673" cy="748393"/>
          </a:xfrm>
        </p:spPr>
        <p:txBody>
          <a:bodyPr anchor="ctr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4260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778000"/>
            <a:ext cx="6619245" cy="136688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768725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6814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1952626"/>
            <a:ext cx="235640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215" y="2384823"/>
            <a:ext cx="2356409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4541" y="1952625"/>
            <a:ext cx="236025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4541" y="2384823"/>
            <a:ext cx="2360257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16101" y="1952626"/>
            <a:ext cx="235929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16247" y="2384822"/>
            <a:ext cx="2359152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302978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29301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3756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3399633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00915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215" y="3831830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26649" y="3399634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61347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27629" y="3831829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7082" y="3399634"/>
            <a:ext cx="228832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22273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87081" y="3831828"/>
            <a:ext cx="2288322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3304373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5848352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20833" y="4793879"/>
            <a:ext cx="2733212" cy="2286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0928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1952625"/>
            <a:ext cx="6619244" cy="2562225"/>
          </a:xfrm>
        </p:spPr>
        <p:txBody>
          <a:bodyPr vert="eaVert" anchor="t" anchorCtr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21580" y="4793879"/>
            <a:ext cx="742949" cy="228599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6681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38927" y="958850"/>
            <a:ext cx="1057474" cy="3561443"/>
          </a:xfrm>
        </p:spPr>
        <p:txBody>
          <a:bodyPr vert="eaVert"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958850"/>
            <a:ext cx="4692019" cy="356144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9829" y="4793879"/>
            <a:ext cx="744101" cy="228599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52780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jpe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216" y="730251"/>
            <a:ext cx="6571060" cy="5302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6571060" cy="2562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89829" y="4793879"/>
            <a:ext cx="742949" cy="2285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1" i="0">
                <a:solidFill>
                  <a:schemeClr val="accent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0833" y="4793879"/>
            <a:ext cx="2894846" cy="2286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4406" y="221797"/>
            <a:ext cx="628649" cy="5757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100" b="0" i="0">
                <a:solidFill>
                  <a:schemeClr val="bg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615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27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66215" y="2215220"/>
            <a:ext cx="3618869" cy="203703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63600" y="1943100"/>
          <a:ext cx="6565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56535" y="2215219"/>
            <a:ext cx="3618869" cy="203703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63600" y="1943100"/>
          <a:ext cx="6565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4400"/>
                <a:gridCol w="2184400"/>
                <a:gridCol w="2184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66215" y="2215220"/>
            <a:ext cx="3618869" cy="203703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943100"/>
            <a:ext cx="36322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63600" y="1943100"/>
          <a:ext cx="6565900" cy="2552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4400"/>
                <a:gridCol w="2184400"/>
                <a:gridCol w="2184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-Sitzungssaal">
  <a:themeElements>
    <a:clrScheme name="Ion-Sitzungssaal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-Sitzungssaal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-Sitzungssaal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Century Gothic</vt:lpstr>
      <vt:lpstr>Wingdings 3</vt:lpstr>
      <vt:lpstr>Ion-Sitzungssaal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2026-05-25T08:28:26Z</dcterms:created>
  <dcterms:modified xsi:type="dcterms:W3CDTF">2026-05-25T08:28:26Z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