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69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0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6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2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7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3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60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955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0790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05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6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44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8223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21" Target="../media/image4.png" Type="http://schemas.openxmlformats.org/officeDocument/2006/relationships/image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3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media/image5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40870" y="2189159"/>
            <a:ext cx="3297256" cy="1856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536700"/>
            <a:ext cx="4673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2026-05-25T19:48:11Z</dcterms:created>
  <dcterms:modified xsi:type="dcterms:W3CDTF">2026-05-25T19:48:11Z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