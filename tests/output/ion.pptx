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69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102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663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52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17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798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213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50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608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557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07903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60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1649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0600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344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82234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21" Target="../media/image4.png" Type="http://schemas.openxmlformats.org/officeDocument/2006/relationships/image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20" Target="../media/image3.pn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media/image2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Relationship Id="rId22" Target="../media/image5.png" Type="http://schemas.openxmlformats.org/officeDocument/2006/relationships/image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99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27485" y="2190842"/>
            <a:ext cx="3297254" cy="185600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25500" y="1536700"/>
          <a:ext cx="6705600" cy="3136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  <a:gridCol w="1676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40870" y="2189159"/>
            <a:ext cx="3297256" cy="185600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25500" y="1536700"/>
          <a:ext cx="6705600" cy="3136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200"/>
                <a:gridCol w="2235200"/>
                <a:gridCol w="2235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27485" y="2190842"/>
            <a:ext cx="3297254" cy="185600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41500" y="1536700"/>
            <a:ext cx="4673600" cy="2628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25500" y="1536700"/>
          <a:ext cx="6705600" cy="3136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200"/>
                <a:gridCol w="2235200"/>
                <a:gridCol w="2235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Calibri</vt:lpstr>
      <vt:lpstr>Century Gothic</vt:lpstr>
      <vt:lpstr>Wingdings 3</vt:lpstr>
      <vt:lpstr>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2026-05-23T07:46:57Z</dcterms:created>
  <dcterms:modified xsi:type="dcterms:W3CDTF">2026-05-23T07:46:57Z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