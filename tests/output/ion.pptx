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085850"/>
            <a:ext cx="6619244" cy="2497186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69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02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2146300"/>
            <a:ext cx="6619243" cy="143673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663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485" y="1545432"/>
            <a:ext cx="3297254" cy="3146822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0870" y="1542069"/>
            <a:ext cx="3297256" cy="315018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2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5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485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0872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0872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17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798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1085850"/>
            <a:ext cx="2550798" cy="10858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8462" y="1085850"/>
            <a:ext cx="3896998" cy="34290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2346961"/>
            <a:ext cx="2550797" cy="217169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213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430" y="1390644"/>
            <a:ext cx="3819680" cy="1181106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2160" y="857250"/>
            <a:ext cx="2400300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3813734" cy="1028700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0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3600440"/>
            <a:ext cx="6619243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730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7" y="4025494"/>
            <a:ext cx="6619242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608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6619244" cy="1485900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6619244" cy="177165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9557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101" y="1085850"/>
            <a:ext cx="5999486" cy="1742531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7800" y="2828380"/>
            <a:ext cx="5459737" cy="256631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262993"/>
            <a:ext cx="6619244" cy="125730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721" y="728440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7868" y="1960341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90790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343151"/>
            <a:ext cx="6619245" cy="123988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605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710" y="1485900"/>
            <a:ext cx="221015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347" y="2000250"/>
            <a:ext cx="2195513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2745" y="1485900"/>
            <a:ext cx="220218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4829" y="2000250"/>
            <a:ext cx="2210096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1485900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3525" y="2000250"/>
            <a:ext cx="2199085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1649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47" y="3188212"/>
            <a:ext cx="220503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347" y="1657350"/>
            <a:ext cx="2205038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347" y="3620409"/>
            <a:ext cx="220503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032" y="3188212"/>
            <a:ext cx="219789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031" y="1657350"/>
            <a:ext cx="2197894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016" y="3620408"/>
            <a:ext cx="2200805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3188212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3525" y="1657350"/>
            <a:ext cx="2199085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3432" y="3620406"/>
            <a:ext cx="220199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0600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344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8159" y="322660"/>
            <a:ext cx="1314451" cy="4369594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348" y="665561"/>
            <a:ext cx="5567362" cy="402669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68223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21" Target="../media/image4.png" Type="http://schemas.openxmlformats.org/officeDocument/2006/relationships/image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3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media/image5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4"/>
            <a:ext cx="3027759" cy="31412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1"/>
            <a:ext cx="1141809" cy="17740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60" y="1"/>
            <a:ext cx="1202540" cy="85605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4572000"/>
            <a:ext cx="745301" cy="571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584" y="339538"/>
            <a:ext cx="7053542" cy="10503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4" y="1539689"/>
            <a:ext cx="6709906" cy="3146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616730" y="1343026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713680" y="2418973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9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315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5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35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87950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  <a:gridCol w="1676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40870" y="2189159"/>
            <a:ext cx="3297256" cy="185600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536700"/>
            <a:ext cx="46736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2026-05-25T08:28:28Z</dcterms:created>
  <dcterms:modified xsi:type="dcterms:W3CDTF">2026-05-25T08:28:28Z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