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216" y="1085850"/>
            <a:ext cx="6619244" cy="2497186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216" y="3583035"/>
            <a:ext cx="6619244" cy="646065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691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2102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2146300"/>
            <a:ext cx="6619243" cy="143673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663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485" y="1545432"/>
            <a:ext cx="3297254" cy="3146822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0870" y="1542069"/>
            <a:ext cx="3297256" cy="315018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52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5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485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0872" y="1428750"/>
            <a:ext cx="329725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0872" y="1885950"/>
            <a:ext cx="3297254" cy="2806304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99178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9798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842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5" y="1085850"/>
            <a:ext cx="2550798" cy="1085850"/>
          </a:xfrm>
        </p:spPr>
        <p:txBody>
          <a:bodyPr anchor="b"/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8462" y="1085850"/>
            <a:ext cx="3896998" cy="34290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5" y="2346961"/>
            <a:ext cx="2550797" cy="2171699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35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430" y="1390644"/>
            <a:ext cx="3819680" cy="1181106"/>
          </a:xfrm>
        </p:spPr>
        <p:txBody>
          <a:bodyPr anchor="b">
            <a:normAutofit/>
          </a:bodyPr>
          <a:lstStyle>
            <a:lvl1pPr algn="l">
              <a:defRPr sz="27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2160" y="857250"/>
            <a:ext cx="2400300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3813734" cy="1028700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7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7" y="3600440"/>
            <a:ext cx="6619243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216" y="514350"/>
            <a:ext cx="6619244" cy="27305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7" y="4025494"/>
            <a:ext cx="6619242" cy="370284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6084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1085850"/>
            <a:ext cx="6619244" cy="1485900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2743200"/>
            <a:ext cx="6619244" cy="177165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9557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101" y="1085850"/>
            <a:ext cx="5999486" cy="1742531"/>
          </a:xfrm>
        </p:spPr>
        <p:txBody>
          <a:bodyPr/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7800" y="2828380"/>
            <a:ext cx="5459737" cy="256631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05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216" y="3262993"/>
            <a:ext cx="6619244" cy="1257300"/>
          </a:xfrm>
        </p:spPr>
        <p:txBody>
          <a:bodyPr anchor="ctr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721" y="728440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7868" y="1960341"/>
            <a:ext cx="601434" cy="15004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915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9079031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216" y="2343151"/>
            <a:ext cx="6619245" cy="1239885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216" y="3583036"/>
            <a:ext cx="6619244" cy="645300"/>
          </a:xfrm>
        </p:spPr>
        <p:txBody>
          <a:bodyPr anchor="t"/>
          <a:lstStyle>
            <a:lvl1pPr marL="0" indent="0" algn="l">
              <a:buNone/>
              <a:defRPr sz="15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8605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710" y="1485900"/>
            <a:ext cx="221015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347" y="2000250"/>
            <a:ext cx="2195513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2745" y="1485900"/>
            <a:ext cx="2202181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4829" y="2000250"/>
            <a:ext cx="2210096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1485900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3525" y="2000250"/>
            <a:ext cx="2199085" cy="2692004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1649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1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347" y="3188212"/>
            <a:ext cx="2205038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347" y="1657350"/>
            <a:ext cx="2205038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347" y="3620409"/>
            <a:ext cx="220503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032" y="3188212"/>
            <a:ext cx="219789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031" y="1657350"/>
            <a:ext cx="2197894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016" y="3620408"/>
            <a:ext cx="2200805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3525" y="3188212"/>
            <a:ext cx="2199085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3525" y="1657350"/>
            <a:ext cx="2199085" cy="1143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3432" y="3620406"/>
            <a:ext cx="2201998" cy="49439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4607" y="1600200"/>
            <a:ext cx="0" cy="29718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1670" y="1600200"/>
            <a:ext cx="0" cy="297516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0600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3344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8159" y="322660"/>
            <a:ext cx="1314451" cy="4369594"/>
          </a:xfrm>
        </p:spPr>
        <p:txBody>
          <a:bodyPr vert="eaVert" anchor="b" anchorCtr="0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348" y="665561"/>
            <a:ext cx="5567362" cy="4026693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0682234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21" Target="../media/image4.png" Type="http://schemas.openxmlformats.org/officeDocument/2006/relationships/image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media/image3.png" Type="http://schemas.openxmlformats.org/officeDocument/2006/relationships/image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media/image5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002264"/>
            <a:ext cx="3027759" cy="3141236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169261"/>
            <a:ext cx="1141809" cy="1774090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6456759" y="1257300"/>
            <a:ext cx="2114550" cy="211455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5999560" y="1"/>
            <a:ext cx="1202540" cy="85605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6454408" y="4572000"/>
            <a:ext cx="745301" cy="5715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828359" y="0"/>
            <a:ext cx="514350" cy="857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584" y="339538"/>
            <a:ext cx="7053542" cy="1050398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484" y="1539689"/>
            <a:ext cx="6709906" cy="31466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616730" y="1343026"/>
            <a:ext cx="742949" cy="2285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713680" y="2418973"/>
            <a:ext cx="2894846" cy="2286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825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4406" y="221797"/>
            <a:ext cx="628649" cy="57576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1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9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315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57175" indent="-257175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5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557213" indent="-214313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35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8572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2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2001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15430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187950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2288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25717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2914650" indent="-171450" algn="l" defTabSz="342900" rtl="0" eaLnBrk="1" latinLnBrk="0" hangingPunct="1">
        <a:spcBef>
          <a:spcPts val="75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05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400"/>
                <a:gridCol w="1676400"/>
                <a:gridCol w="1676400"/>
                <a:gridCol w="1676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240870" y="2189159"/>
            <a:ext cx="3297256" cy="185600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7485" y="2190842"/>
            <a:ext cx="3297254" cy="185600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41500" y="1536700"/>
            <a:ext cx="46736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25500" y="1536700"/>
          <a:ext cx="6705600" cy="3136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5200"/>
                <a:gridCol w="2235200"/>
                <a:gridCol w="2235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Calibri</vt:lpstr>
      <vt:lpstr>Century Gothic</vt:lpstr>
      <vt:lpstr>Wingdings 3</vt:lpstr>
      <vt:lpstr>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2026-07-21T15:34:38Z</dcterms:created>
  <dcterms:modified xsi:type="dcterms:W3CDTF">2026-07-21T15:34:38Z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