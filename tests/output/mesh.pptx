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41"/>
          <a:sy d="100" n="141"/>
        </p:scale>
        <p:origin x="744" y="11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13259" y="457201"/>
            <a:ext cx="6507167" cy="2400300"/>
          </a:xfrm>
        </p:spPr>
        <p:txBody>
          <a:bodyPr anchor="b">
            <a:normAutofit/>
          </a:bodyPr>
          <a:lstStyle>
            <a:lvl1pPr algn="ctr">
              <a:defRPr sz="36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3259" y="2914650"/>
            <a:ext cx="6507167" cy="1428750"/>
          </a:xfrm>
        </p:spPr>
        <p:txBody>
          <a:bodyPr anchor="t">
            <a:normAutofit/>
          </a:bodyPr>
          <a:lstStyle>
            <a:lvl1pPr marL="0" indent="0" algn="ctr">
              <a:buNone/>
              <a:defRPr sz="1575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8841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510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3260" y="2481436"/>
            <a:ext cx="6515100" cy="1101600"/>
          </a:xfrm>
        </p:spPr>
        <p:txBody>
          <a:bodyPr anchor="b"/>
          <a:lstStyle>
            <a:lvl1pPr algn="r">
              <a:defRPr sz="30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13259" y="3583036"/>
            <a:ext cx="6515101" cy="645300"/>
          </a:xfrm>
        </p:spPr>
        <p:txBody>
          <a:bodyPr anchor="t">
            <a:normAutofit/>
          </a:bodyPr>
          <a:lstStyle>
            <a:lvl1pPr marL="0" indent="0" algn="r">
              <a:buNone/>
              <a:defRPr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6842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9" y="2000250"/>
            <a:ext cx="3657600" cy="2343151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7959" y="2000250"/>
            <a:ext cx="3657600" cy="2343150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439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1961" y="1993900"/>
            <a:ext cx="3441698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9" y="2432447"/>
            <a:ext cx="3657600" cy="1910953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32350" y="2000250"/>
            <a:ext cx="3453210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7959" y="2432447"/>
            <a:ext cx="3657601" cy="1910953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675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041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377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1200150"/>
            <a:ext cx="2661841" cy="1028700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7859" y="457201"/>
            <a:ext cx="4457701" cy="3886200"/>
          </a:xfrm>
        </p:spPr>
        <p:txBody>
          <a:bodyPr anchor="ctr"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28850"/>
            <a:ext cx="2661841" cy="1371600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30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1200150"/>
            <a:ext cx="4000501" cy="1028700"/>
          </a:xfrm>
        </p:spPr>
        <p:txBody>
          <a:bodyPr anchor="b">
            <a:normAutofit/>
          </a:bodyPr>
          <a:lstStyle>
            <a:lvl1pPr algn="l">
              <a:defRPr sz="21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75300" y="-13716"/>
            <a:ext cx="2457449" cy="517779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28850"/>
            <a:ext cx="4000501" cy="1371600"/>
          </a:xfrm>
        </p:spPr>
        <p:txBody>
          <a:bodyPr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99409" y="4412457"/>
            <a:ext cx="685800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56059" y="4412457"/>
            <a:ext cx="382905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56960" y="4412457"/>
            <a:ext cx="2419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6741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3549649"/>
            <a:ext cx="7429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484709" y="699084"/>
            <a:ext cx="6169458" cy="2373732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60" y="3974702"/>
            <a:ext cx="7429500" cy="370284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070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457201"/>
            <a:ext cx="7429499" cy="2343149"/>
          </a:xfrm>
        </p:spPr>
        <p:txBody>
          <a:bodyPr anchor="ctr">
            <a:normAutofit/>
          </a:bodyPr>
          <a:lstStyle>
            <a:lvl1pPr algn="l">
              <a:defRPr sz="24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257550"/>
            <a:ext cx="7429500" cy="1085850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1325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627459" y="59011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8359" y="205740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60" y="457201"/>
            <a:ext cx="6972299" cy="2057399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256109" y="2514600"/>
            <a:ext cx="6629402" cy="28575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257550"/>
            <a:ext cx="7429500" cy="108585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1672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2481436"/>
            <a:ext cx="7429500" cy="1101600"/>
          </a:xfrm>
        </p:spPr>
        <p:txBody>
          <a:bodyPr anchor="b">
            <a:normAutofit/>
          </a:bodyPr>
          <a:lstStyle>
            <a:lvl1pPr algn="l">
              <a:defRPr sz="24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583036"/>
            <a:ext cx="7429501" cy="6453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5186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627459" y="59011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8359" y="205740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60" y="457201"/>
            <a:ext cx="6972299" cy="2057399"/>
          </a:xfrm>
        </p:spPr>
        <p:txBody>
          <a:bodyPr anchor="ctr">
            <a:normAutofit/>
          </a:bodyPr>
          <a:lstStyle>
            <a:lvl1pPr algn="l">
              <a:defRPr sz="24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856059" y="2914650"/>
            <a:ext cx="7429500" cy="6667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581400"/>
            <a:ext cx="7429500" cy="7620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4520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457201"/>
            <a:ext cx="7429499" cy="20573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856059" y="2628900"/>
            <a:ext cx="7429500" cy="6286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1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257550"/>
            <a:ext cx="7429500" cy="10858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4850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856060" y="457200"/>
            <a:ext cx="7429499" cy="14287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1325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7673" y="457200"/>
            <a:ext cx="1657886" cy="38862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9" y="457200"/>
            <a:ext cx="5657850" cy="3886200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5854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457200"/>
            <a:ext cx="7429499" cy="14287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2000250"/>
            <a:ext cx="7429499" cy="2343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28209" y="4412457"/>
            <a:ext cx="12001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4412457"/>
            <a:ext cx="56578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10" y="4412457"/>
            <a:ext cx="41337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63604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24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5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35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9001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05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05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6059" y="2142406"/>
            <a:ext cx="3657600" cy="20588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993900"/>
          <a:ext cx="7416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200"/>
                <a:gridCol w="1854200"/>
                <a:gridCol w="1854200"/>
                <a:gridCol w="1854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7959" y="2142406"/>
            <a:ext cx="3657600" cy="20588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993900"/>
          <a:ext cx="7416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6059" y="2142406"/>
            <a:ext cx="3657600" cy="20588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33700" y="1993900"/>
            <a:ext cx="3251200" cy="182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993900"/>
          <a:ext cx="7416800" cy="233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Netz">
  <a:themeElements>
    <a:clrScheme name="Netz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Netz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Netz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Netz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Century Gothic</vt:lpstr>
      <vt:lpstr>Netz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2026-05-25T08:28:29Z</dcterms:created>
  <dcterms:modified xsi:type="dcterms:W3CDTF">2026-05-25T08:28:29Z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