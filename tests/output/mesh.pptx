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41"/>
          <a:sy d="100" n="141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8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8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6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4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7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7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32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6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1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52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85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32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854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36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9" y="2142406"/>
            <a:ext cx="3657600" cy="2058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9939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/>
                <a:gridCol w="1854200"/>
                <a:gridCol w="1854200"/>
                <a:gridCol w="185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7959" y="2142406"/>
            <a:ext cx="3657600" cy="2058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9939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9" y="2142406"/>
            <a:ext cx="3657600" cy="2058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993900"/>
            <a:ext cx="32512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993900"/>
          <a:ext cx="74168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tz">
  <a:themeElements>
    <a:clrScheme name="Netz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Netz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Netz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Netz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Netz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2026-05-25T19:48:11Z</dcterms:created>
  <dcterms:modified xsi:type="dcterms:W3CDTF">2026-05-25T19:48:11Z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