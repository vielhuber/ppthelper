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84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3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6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1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7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7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850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32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854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36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79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993900"/>
            <a:ext cx="32512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Netz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Netz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2026-07-21T15:34:39Z</dcterms:created>
  <dcterms:modified xsi:type="dcterms:W3CDTF">2026-07-21T15:34:39Z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