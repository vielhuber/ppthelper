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2628" y="577850"/>
            <a:ext cx="8086725" cy="25146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00634" y="3155157"/>
            <a:ext cx="6921151" cy="1234440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34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6987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2628" y="575564"/>
            <a:ext cx="8085582" cy="2516886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0634" y="3153157"/>
            <a:ext cx="6919722" cy="1234440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079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7492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8498" y="1498601"/>
            <a:ext cx="3497580" cy="282549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2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30350"/>
            <a:ext cx="3497580" cy="54255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7492" y="206481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05706" y="1528826"/>
            <a:ext cx="3497580" cy="541782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05706" y="2063243"/>
            <a:ext cx="3497580" cy="24003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69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1687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7402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6196053" y="406712"/>
            <a:ext cx="2537460" cy="144018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" y="571500"/>
            <a:ext cx="4572000" cy="3429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06987" y="1883860"/>
            <a:ext cx="2548890" cy="2345240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23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6918" y="4064001"/>
            <a:ext cx="8085582" cy="459962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9144000" cy="3998214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7492" y="4432301"/>
            <a:ext cx="6922008" cy="40005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07957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023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57963" y="521494"/>
            <a:ext cx="1971675" cy="360045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644" y="535782"/>
            <a:ext cx="5800725" cy="4050506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415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2919" y="374650"/>
            <a:ext cx="8079581" cy="12436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7492" y="1508760"/>
            <a:ext cx="8065294" cy="28246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4350" y="4809335"/>
            <a:ext cx="30861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4350" y="4916023"/>
            <a:ext cx="3771900" cy="1714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72945" y="4407310"/>
            <a:ext cx="2194560" cy="104777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425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6600"/>
                <a:gridCol w="2006600"/>
                <a:gridCol w="2006600"/>
                <a:gridCol w="2006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08498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7492" y="1926967"/>
            <a:ext cx="3497580" cy="1968764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76500" y="1498600"/>
            <a:ext cx="41148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95300" y="1498600"/>
          <a:ext cx="8064500" cy="2819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9700"/>
                <a:gridCol w="2679700"/>
                <a:gridCol w="2679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Metropolitan">
  <a:themeElements>
    <a:clrScheme name="Metropolitan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50B4C8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Metropolitan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2026-05-25T19:48:11Z</dcterms:created>
  <dcterms:modified xsi:type="dcterms:W3CDTF">2026-05-25T19:48:11Z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