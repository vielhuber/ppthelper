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6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6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2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5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2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5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7492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600"/>
                <a:gridCol w="2006600"/>
                <a:gridCol w="2006600"/>
                <a:gridCol w="200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8498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7492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498600"/>
            <a:ext cx="41148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Metropolitan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2026-05-25T08:28:29Z</dcterms:created>
  <dcterms:modified xsi:type="dcterms:W3CDTF">2026-05-25T08:28:29Z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