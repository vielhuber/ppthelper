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2628" y="577850"/>
            <a:ext cx="8086725" cy="25146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6600" spc="-90" baseline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00634" y="3155157"/>
            <a:ext cx="6921151" cy="1234440"/>
          </a:xfrm>
        </p:spPr>
        <p:txBody>
          <a:bodyPr>
            <a:normAutofit/>
          </a:bodyPr>
          <a:lstStyle>
            <a:lvl1pPr marL="0" indent="0" algn="l"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 marL="342900" indent="0" algn="ctr">
              <a:buNone/>
              <a:defRPr sz="21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7348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69878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2628" y="575564"/>
            <a:ext cx="8085582" cy="2516886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 b="0" baseline="0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0634" y="3153157"/>
            <a:ext cx="6919722" cy="1234440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90798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7492" y="1498601"/>
            <a:ext cx="3497580" cy="282549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8498" y="1498601"/>
            <a:ext cx="3497580" cy="282549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0278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7492" y="1530350"/>
            <a:ext cx="3497580" cy="542550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7492" y="2064813"/>
            <a:ext cx="3497580" cy="24003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05706" y="1528826"/>
            <a:ext cx="3497580" cy="541782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05706" y="2063243"/>
            <a:ext cx="3497580" cy="24003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2569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1687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7402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715000" y="0"/>
            <a:ext cx="3429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6196053" y="406712"/>
            <a:ext cx="2537460" cy="144018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300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" y="571500"/>
            <a:ext cx="4572000" cy="34290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06987" y="1883860"/>
            <a:ext cx="2548890" cy="2345240"/>
          </a:xfrm>
        </p:spPr>
        <p:txBody>
          <a:bodyPr>
            <a:norm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0235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6918" y="4064001"/>
            <a:ext cx="8085582" cy="459962"/>
          </a:xfrm>
        </p:spPr>
        <p:txBody>
          <a:bodyPr anchor="b">
            <a:normAutofit/>
          </a:bodyPr>
          <a:lstStyle>
            <a:lvl1pPr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9144000" cy="3998214"/>
          </a:xfrm>
          <a:solidFill>
            <a:schemeClr val="accent1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spcBef>
                <a:spcPts val="600"/>
              </a:spcBef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7492" y="4432301"/>
            <a:ext cx="6922008" cy="40005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0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07957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70237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57963" y="521494"/>
            <a:ext cx="1971675" cy="360045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78644" y="535782"/>
            <a:ext cx="5800725" cy="4050506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415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2919" y="374650"/>
            <a:ext cx="8079581" cy="12436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7492" y="1508760"/>
            <a:ext cx="8065294" cy="28246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4350" y="4809335"/>
            <a:ext cx="3086100" cy="1714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4350" y="4916023"/>
            <a:ext cx="3771900" cy="1714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 cap="all" baseline="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72945" y="4407310"/>
            <a:ext cx="2194560" cy="104777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7725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+mj-lt"/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24251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4050" kern="1200" spc="-90" baseline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68580" indent="-68580" algn="l" defTabSz="685800" rtl="0" eaLnBrk="1" latinLnBrk="0" hangingPunct="1">
        <a:lnSpc>
          <a:spcPct val="85000"/>
        </a:lnSpc>
        <a:spcBef>
          <a:spcPts val="975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260604" indent="-257175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411480" indent="-41148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500" i="1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617220" indent="-61722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822960" indent="-82296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9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0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2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3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7492" y="1926967"/>
            <a:ext cx="3497580" cy="1968764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95300" y="1498600"/>
          <a:ext cx="80645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6600"/>
                <a:gridCol w="2006600"/>
                <a:gridCol w="2006600"/>
                <a:gridCol w="2006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08498" y="1926967"/>
            <a:ext cx="3497580" cy="1968764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95300" y="1498600"/>
          <a:ext cx="80645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9700"/>
                <a:gridCol w="2679700"/>
                <a:gridCol w="2679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7492" y="1926967"/>
            <a:ext cx="3497580" cy="1968764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76500" y="1498600"/>
            <a:ext cx="41148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95300" y="1498600"/>
          <a:ext cx="8064500" cy="2819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9700"/>
                <a:gridCol w="2679700"/>
                <a:gridCol w="2679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Metropolitan">
  <a:themeElements>
    <a:clrScheme name="Metropolitan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50B4C8"/>
      </a:accent1>
      <a:accent2>
        <a:srgbClr val="A8B97F"/>
      </a:accent2>
      <a:accent3>
        <a:srgbClr val="9B9256"/>
      </a:accent3>
      <a:accent4>
        <a:srgbClr val="657689"/>
      </a:accent4>
      <a:accent5>
        <a:srgbClr val="7A855D"/>
      </a:accent5>
      <a:accent6>
        <a:srgbClr val="84AC9D"/>
      </a:accent6>
      <a:hlink>
        <a:srgbClr val="2370CD"/>
      </a:hlink>
      <a:folHlink>
        <a:srgbClr val="877589"/>
      </a:folHlink>
    </a:clrScheme>
    <a:fontScheme name="Metropolita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Metropolitan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79CFCA13-9412-4290-BB4B-85112F88857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Metropolitan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Metropolitan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2026-07-28T08:59:59Z</dcterms:created>
  <dcterms:modified xsi:type="dcterms:W3CDTF">2026-07-28T08:59:59Z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