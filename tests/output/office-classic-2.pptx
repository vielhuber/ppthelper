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67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12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490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99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851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50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11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08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46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1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6431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1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2026-05-25T08:28:30Z</dcterms:created>
  <dcterms:modified xsi:type="dcterms:W3CDTF">2026-05-25T08:28:30Z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