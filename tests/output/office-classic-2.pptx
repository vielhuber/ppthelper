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67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2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0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51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50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1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0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6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1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6431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2026-07-28T09:00:00Z</dcterms:created>
  <dcterms:modified xsi:type="dcterms:W3CDTF">2026-07-28T09:00:00Z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