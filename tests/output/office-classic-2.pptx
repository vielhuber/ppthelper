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32"/>
          <a:sy d="100" n="132"/>
        </p:scale>
        <p:origin x="126" y="26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56675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6512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490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369219"/>
            <a:ext cx="3886200" cy="3263504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19923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1878806"/>
            <a:ext cx="3868340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260872"/>
            <a:ext cx="3887391" cy="617934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1878806"/>
            <a:ext cx="3887391" cy="2763441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85185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57501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115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740569"/>
            <a:ext cx="4629150" cy="3655219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4087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740569"/>
            <a:ext cx="4629150" cy="3655219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1543050"/>
            <a:ext cx="2949178" cy="285869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4463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5516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273844"/>
            <a:ext cx="1971675" cy="4358879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273844"/>
            <a:ext cx="5800725" cy="435887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606431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319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8500"/>
                <a:gridCol w="1968500"/>
                <a:gridCol w="1968500"/>
                <a:gridCol w="1968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91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 i="1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 i="1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8650" y="1907213"/>
            <a:ext cx="3886200" cy="2187515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133600" y="1358900"/>
            <a:ext cx="4876800" cy="2743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622300" y="1358900"/>
          <a:ext cx="7886700" cy="3251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theme1.xml><?xml version="1.0" encoding="utf-8"?>
<a:theme xmlns:a="http://schemas.openxmlformats.org/drawingml/2006/main" name="Office 2013 – 2022-Design">
  <a:themeElements>
    <a:clrScheme name="Office 2013 – 2022-Design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– 2022-Design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– 2022-Design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2013 – 2022-Design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2026-07-21T15:34:40Z</dcterms:created>
  <dcterms:modified xsi:type="dcterms:W3CDTF">2026-07-21T15:34:40Z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