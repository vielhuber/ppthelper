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876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4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574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65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73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274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23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06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086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519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5056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74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2026-05-25T19:48:12Z</dcterms:created>
  <dcterms:modified xsi:type="dcterms:W3CDTF">2026-05-25T19:48:12Z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