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876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44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574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465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373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274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023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06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086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519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65056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374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– 2022-Design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2026-07-28T09:00:00Z</dcterms:created>
  <dcterms:modified xsi:type="dcterms:W3CDTF">2026-07-28T09:00:00Z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