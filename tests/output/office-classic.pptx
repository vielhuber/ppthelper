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68766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7444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5741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04659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53734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82743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20235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9069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80864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55197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4650563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13747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8650" y="1907213"/>
            <a:ext cx="3886200" cy="2187515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22300" y="1358900"/>
          <a:ext cx="78867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8500"/>
                <a:gridCol w="1968500"/>
                <a:gridCol w="1968500"/>
                <a:gridCol w="1968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29150" y="1907213"/>
            <a:ext cx="3886200" cy="2187515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22300" y="1358900"/>
          <a:ext cx="78867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8650" y="1907213"/>
            <a:ext cx="3886200" cy="2187515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33600" y="1358900"/>
            <a:ext cx="48768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22300" y="1358900"/>
          <a:ext cx="78867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Office 2013 – 2022-Design">
  <a:themeElements>
    <a:clrScheme name="Office 2013 – 2022-Design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– 2022-Design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– 2022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2013 – 2022-Design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2026-07-21T15:34:41Z</dcterms:created>
  <dcterms:modified xsi:type="dcterms:W3CDTF">2026-07-21T15:34:41Z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