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876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744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574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465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73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274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023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06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086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519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65056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374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28650" y="1907213"/>
            <a:ext cx="3886200" cy="218751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2300" y="1358900"/>
          <a:ext cx="78867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500"/>
                <a:gridCol w="1968500"/>
                <a:gridCol w="1968500"/>
                <a:gridCol w="1968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29150" y="1907213"/>
            <a:ext cx="3886200" cy="218751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 i="1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 i="1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2300" y="1358900"/>
          <a:ext cx="78867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28650" y="1907213"/>
            <a:ext cx="3886200" cy="218751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33600" y="1358900"/>
            <a:ext cx="4876800" cy="274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2300" y="1358900"/>
          <a:ext cx="78867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theme1.xml><?xml version="1.0" encoding="utf-8"?>
<a:theme xmlns:a="http://schemas.openxmlformats.org/drawingml/2006/main" name="Office 2013 – 2022-Design">
  <a:themeElements>
    <a:clrScheme name="Office 2013 – 2022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– 2022-Design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2026-05-23T07:47:01Z</dcterms:created>
  <dcterms:modified xsi:type="dcterms:W3CDTF">2026-05-23T07:47:01Z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