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2700" y="0"/>
            <a:ext cx="9173370" cy="5142161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19299" y="1403349"/>
            <a:ext cx="5111752" cy="1136650"/>
          </a:xfrm>
        </p:spPr>
        <p:txBody>
          <a:bodyPr anchor="b">
            <a:noAutofit/>
          </a:bodyPr>
          <a:lstStyle>
            <a:lvl1pPr algn="ctr">
              <a:defRPr sz="405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19299" y="2743198"/>
            <a:ext cx="5111752" cy="990602"/>
          </a:xfrm>
        </p:spPr>
        <p:txBody>
          <a:bodyPr anchor="t">
            <a:normAutofit/>
          </a:bodyPr>
          <a:lstStyle>
            <a:lvl1pPr marL="0" indent="0" algn="ctr">
              <a:buNone/>
              <a:defRPr sz="1575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87425" y="3778247"/>
            <a:ext cx="673100" cy="209550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019298" y="3778247"/>
            <a:ext cx="3910976" cy="2095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717676" y="3778247"/>
            <a:ext cx="413375" cy="209550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299" y="2641598"/>
            <a:ext cx="511175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7149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19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302" y="1314454"/>
            <a:ext cx="6119016" cy="1366886"/>
          </a:xfrm>
        </p:spPr>
        <p:txBody>
          <a:bodyPr anchor="b">
            <a:normAutofit/>
          </a:bodyPr>
          <a:lstStyle>
            <a:lvl1pPr algn="ctr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300" y="2884539"/>
            <a:ext cx="6119018" cy="71591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509542" y="2782939"/>
            <a:ext cx="612253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858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73836" y="1920240"/>
            <a:ext cx="3538728" cy="248259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6008" y="1920240"/>
            <a:ext cx="3538728" cy="248259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869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0" y="1993900"/>
            <a:ext cx="3538728" cy="432197"/>
          </a:xfrm>
        </p:spPr>
        <p:txBody>
          <a:bodyPr anchor="b">
            <a:noAutofit/>
          </a:bodyPr>
          <a:lstStyle>
            <a:lvl1pPr marL="0" indent="0">
              <a:spcBef>
                <a:spcPts val="504"/>
              </a:spcBef>
              <a:spcAft>
                <a:spcPts val="450"/>
              </a:spcAft>
              <a:buNone/>
              <a:defRPr sz="21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71550" y="2432447"/>
            <a:ext cx="3538728" cy="197445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35503" y="1993900"/>
            <a:ext cx="3538728" cy="432197"/>
          </a:xfrm>
        </p:spPr>
        <p:txBody>
          <a:bodyPr anchor="b">
            <a:noAutofit/>
          </a:bodyPr>
          <a:lstStyle>
            <a:lvl1pPr marL="0" indent="0">
              <a:spcBef>
                <a:spcPts val="504"/>
              </a:spcBef>
              <a:spcAft>
                <a:spcPts val="450"/>
              </a:spcAft>
              <a:buNone/>
              <a:defRPr sz="21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35503" y="2432447"/>
            <a:ext cx="3538728" cy="197445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5836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3579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33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0359" y="1041401"/>
            <a:ext cx="2788841" cy="1028700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64001" y="736599"/>
            <a:ext cx="4102100" cy="3670301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0359" y="2273299"/>
            <a:ext cx="2788841" cy="1828803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047127" y="2184400"/>
            <a:ext cx="26358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773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49" y="1412874"/>
            <a:ext cx="4681362" cy="1028700"/>
          </a:xfrm>
        </p:spPr>
        <p:txBody>
          <a:bodyPr anchor="b">
            <a:normAutofit/>
          </a:bodyPr>
          <a:lstStyle>
            <a:lvl1pPr algn="ctr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71124" y="781050"/>
            <a:ext cx="2297510" cy="35814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1549" y="2441574"/>
            <a:ext cx="4681362" cy="1371600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51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3611561"/>
            <a:ext cx="7207250" cy="425054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1070" y="781050"/>
            <a:ext cx="7579479" cy="2501902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1551" y="4036615"/>
            <a:ext cx="7207250" cy="370284"/>
          </a:xfrm>
        </p:spPr>
        <p:txBody>
          <a:bodyPr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280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7901" y="736599"/>
            <a:ext cx="7194549" cy="2216151"/>
          </a:xfrm>
        </p:spPr>
        <p:txBody>
          <a:bodyPr anchor="ctr">
            <a:normAutofit/>
          </a:bodyPr>
          <a:lstStyle>
            <a:lvl1pPr algn="ctr">
              <a:defRPr sz="2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7901" y="3257550"/>
            <a:ext cx="7194549" cy="11493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47127" y="3105149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4146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736599"/>
            <a:ext cx="6972299" cy="1778001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109" y="2514600"/>
            <a:ext cx="6629402" cy="43815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5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257550"/>
            <a:ext cx="7207250" cy="11493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6510" y="6599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0200" y="212090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047127" y="3105149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5339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2" y="2481436"/>
            <a:ext cx="7207251" cy="1101600"/>
          </a:xfrm>
        </p:spPr>
        <p:txBody>
          <a:bodyPr anchor="b">
            <a:normAutofit/>
          </a:bodyPr>
          <a:lstStyle>
            <a:lvl1pPr algn="l">
              <a:defRPr sz="2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583036"/>
            <a:ext cx="7207251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858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736599"/>
            <a:ext cx="6972299" cy="1682751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971551" y="2729484"/>
            <a:ext cx="7207251" cy="66522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397250"/>
            <a:ext cx="7207251" cy="10096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46510" y="6599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0200" y="1949446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047127" y="257175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15386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736599"/>
            <a:ext cx="7207250" cy="1682751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971551" y="2722626"/>
            <a:ext cx="7207251" cy="63093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1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0" y="3352800"/>
            <a:ext cx="7207253" cy="10541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47127" y="257175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11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6937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9518" y="736599"/>
            <a:ext cx="1418171" cy="36703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1549" y="736599"/>
            <a:ext cx="5574769" cy="3670301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647918" y="742950"/>
            <a:ext cx="0" cy="36576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5175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media/image4.png" Type="http://schemas.openxmlformats.org/officeDocument/2006/relationships/image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3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1802" y="0"/>
            <a:ext cx="9172472" cy="5142161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71552" y="736600"/>
            <a:ext cx="7200897" cy="9779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1917699"/>
            <a:ext cx="7200897" cy="24892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08126" y="4476750"/>
            <a:ext cx="1200150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71551" y="4476750"/>
            <a:ext cx="5479425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5426" y="4476750"/>
            <a:ext cx="407023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2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5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3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2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3836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6008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3836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0" y="1905000"/>
            <a:ext cx="35179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248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sch">
  <a:themeElements>
    <a:clrScheme name="Organisch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sch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sc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Garamond</vt:lpstr>
      <vt:lpstr>Organisch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2026-05-25T19:48:12Z</dcterms:created>
  <dcterms:modified xsi:type="dcterms:W3CDTF">2026-05-25T19:48:12Z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