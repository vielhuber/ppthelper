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14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1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85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6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83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579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3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73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8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414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533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85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538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112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937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5175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media/image4.pn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2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AA5AE68C-7E05-4013-BF21-9B93BA55A149}" type="datetime1">
              <a:rPr lang="de-DE" smtClean="0"/>
              <a:t>23. Mai 2026</a:t>
            </a:fld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3836" y="2165575"/>
            <a:ext cx="3538728" cy="19919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65200" y="1905000"/>
          <a:ext cx="7188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6008" y="2165575"/>
            <a:ext cx="3538728" cy="19919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65200" y="1905000"/>
          <a:ext cx="7188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/>
                <a:gridCol w="2387600"/>
                <a:gridCol w="238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3836" y="2165575"/>
            <a:ext cx="3538728" cy="19919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94000" y="1905000"/>
            <a:ext cx="35179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65200" y="1905000"/>
          <a:ext cx="71882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/>
                <a:gridCol w="2387600"/>
                <a:gridCol w="238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sch">
  <a:themeElements>
    <a:clrScheme name="Organisch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sch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sc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Organisch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2026-07-21T15:34:41Z</dcterms:created>
  <dcterms:modified xsi:type="dcterms:W3CDTF">2026-07-21T15:34:41Z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