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9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1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4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5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0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3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5789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3737" y="2240392"/>
            <a:ext cx="3202685" cy="18027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968500"/>
            <a:ext cx="32258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Paket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2026-05-25T19:48:12Z</dcterms:created>
  <dcterms:modified xsi:type="dcterms:W3CDTF">2026-05-25T19:48:12Z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