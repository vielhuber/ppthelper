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9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4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56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0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3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6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5789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9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6434" y="2240070"/>
            <a:ext cx="3203828" cy="180341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663700" y="1968500"/>
          <a:ext cx="5791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  <a:gridCol w="144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53737" y="2240392"/>
            <a:ext cx="3202685" cy="180276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663700" y="1968500"/>
          <a:ext cx="5791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6434" y="2240070"/>
            <a:ext cx="3203828" cy="180341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968500"/>
            <a:ext cx="32258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663700" y="1968500"/>
          <a:ext cx="5791200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Paket">
  <a:themeElements>
    <a:clrScheme name="Paket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ke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e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Paket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 MT</vt:lpstr>
      <vt:lpstr>Paket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2026-05-23T07:47:02Z</dcterms:created>
  <dcterms:modified xsi:type="dcterms:W3CDTF">2026-05-23T07:47:02Z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