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3264408"/>
            <a:ext cx="5101209" cy="929921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89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71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28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3264349"/>
            <a:ext cx="5101209" cy="94881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40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6434" y="1978533"/>
            <a:ext cx="3203828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1978533"/>
            <a:ext cx="3202685" cy="2326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6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757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7577" y="2357438"/>
            <a:ext cx="3202686" cy="194758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2357438"/>
            <a:ext cx="3190113" cy="1947582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299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03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456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3504" y="1682871"/>
            <a:ext cx="3364992" cy="856123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603504"/>
            <a:ext cx="3611880" cy="3936492"/>
          </a:xfrm>
        </p:spPr>
        <p:txBody>
          <a:bodyPr>
            <a:normAutofit/>
          </a:bodyPr>
          <a:lstStyle>
            <a:lvl1pPr>
              <a:defRPr sz="1425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06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6392" y="1682871"/>
            <a:ext cx="3371249" cy="85098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0"/>
            <a:ext cx="4576573" cy="51435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8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032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66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702945"/>
            <a:ext cx="973956" cy="373761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3352" y="702945"/>
            <a:ext cx="4648867" cy="373761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65789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73352" y="723519"/>
            <a:ext cx="5797296" cy="89154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3352" y="1978534"/>
            <a:ext cx="5797296" cy="2326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66072" y="4679112"/>
            <a:ext cx="2065310" cy="2429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00150" y="4677156"/>
            <a:ext cx="4425892" cy="240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69192" y="4663440"/>
            <a:ext cx="274320" cy="27432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825" spc="0" baseline="0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91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100" kern="1200" cap="all" spc="15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29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143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858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572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84647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13235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43013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412081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53737" y="2240392"/>
            <a:ext cx="3202685" cy="180276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6434" y="2240070"/>
            <a:ext cx="3203828" cy="180341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46400" y="1968500"/>
            <a:ext cx="32258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663700" y="1968500"/>
          <a:ext cx="5791200" cy="232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Paket">
  <a:themeElements>
    <a:clrScheme name="Paket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ke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ket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Paket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Paket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2026-05-25T08:28:32Z</dcterms:created>
  <dcterms:modified xsi:type="dcterms:W3CDTF">2026-05-25T08:28:32Z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