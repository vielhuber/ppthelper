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-2381"/>
            <a:ext cx="9144000" cy="3902869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5760" y="0"/>
                </a:moveTo>
                <a:lnTo>
                  <a:pt x="0" y="0"/>
                </a:lnTo>
                <a:lnTo>
                  <a:pt x="0" y="3090"/>
                </a:lnTo>
                <a:lnTo>
                  <a:pt x="943" y="3090"/>
                </a:lnTo>
                <a:lnTo>
                  <a:pt x="1123" y="3270"/>
                </a:lnTo>
                <a:lnTo>
                  <a:pt x="1123" y="3270"/>
                </a:lnTo>
                <a:lnTo>
                  <a:pt x="1127" y="3272"/>
                </a:lnTo>
                <a:lnTo>
                  <a:pt x="1133" y="3275"/>
                </a:lnTo>
                <a:lnTo>
                  <a:pt x="1139" y="3278"/>
                </a:lnTo>
                <a:lnTo>
                  <a:pt x="1144" y="3278"/>
                </a:lnTo>
                <a:lnTo>
                  <a:pt x="1150" y="3278"/>
                </a:lnTo>
                <a:lnTo>
                  <a:pt x="1155" y="3275"/>
                </a:lnTo>
                <a:lnTo>
                  <a:pt x="1161" y="3272"/>
                </a:lnTo>
                <a:lnTo>
                  <a:pt x="1165" y="3270"/>
                </a:lnTo>
                <a:lnTo>
                  <a:pt x="1345" y="3090"/>
                </a:lnTo>
                <a:lnTo>
                  <a:pt x="5760" y="3090"/>
                </a:lnTo>
                <a:lnTo>
                  <a:pt x="5760" y="0"/>
                </a:lnTo>
                <a:close/>
              </a:path>
            </a:pathLst>
          </a:custGeom>
          <a:ln/>
          <a:effectLst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7501" y="1086861"/>
            <a:ext cx="7929000" cy="2228288"/>
          </a:xfrm>
        </p:spPr>
        <p:txBody>
          <a:bodyPr/>
          <a:lstStyle>
            <a:lvl1pPr>
              <a:defRPr sz="405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07501" y="3960635"/>
            <a:ext cx="7929000" cy="326231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/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60163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0"/>
            <a:ext cx="9144000" cy="1639491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7500" y="335391"/>
            <a:ext cx="7928999" cy="727838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4034" y="1666716"/>
            <a:ext cx="7915931" cy="2727383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67449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7"/>
          <p:cNvSpPr/>
          <p:nvPr/>
        </p:nvSpPr>
        <p:spPr bwMode="auto">
          <a:xfrm>
            <a:off x="0" y="1"/>
            <a:ext cx="9144000" cy="3902869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0" y="0"/>
                </a:moveTo>
                <a:lnTo>
                  <a:pt x="5760" y="0"/>
                </a:lnTo>
                <a:lnTo>
                  <a:pt x="5760" y="3090"/>
                </a:lnTo>
                <a:lnTo>
                  <a:pt x="4817" y="3090"/>
                </a:lnTo>
                <a:lnTo>
                  <a:pt x="4637" y="3270"/>
                </a:lnTo>
                <a:lnTo>
                  <a:pt x="4637" y="3270"/>
                </a:lnTo>
                <a:lnTo>
                  <a:pt x="4633" y="3272"/>
                </a:lnTo>
                <a:lnTo>
                  <a:pt x="4627" y="3275"/>
                </a:lnTo>
                <a:lnTo>
                  <a:pt x="4621" y="3278"/>
                </a:lnTo>
                <a:lnTo>
                  <a:pt x="4616" y="3278"/>
                </a:lnTo>
                <a:lnTo>
                  <a:pt x="4610" y="3278"/>
                </a:lnTo>
                <a:lnTo>
                  <a:pt x="4605" y="3275"/>
                </a:lnTo>
                <a:lnTo>
                  <a:pt x="4599" y="3272"/>
                </a:lnTo>
                <a:lnTo>
                  <a:pt x="4595" y="3270"/>
                </a:lnTo>
                <a:lnTo>
                  <a:pt x="4415" y="3090"/>
                </a:lnTo>
                <a:lnTo>
                  <a:pt x="0" y="309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7500" y="2213547"/>
            <a:ext cx="7921064" cy="1101600"/>
          </a:xfrm>
        </p:spPr>
        <p:txBody>
          <a:bodyPr anchor="b"/>
          <a:lstStyle>
            <a:lvl1pPr algn="r">
              <a:defRPr sz="3600" b="1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7500" y="3960901"/>
            <a:ext cx="7921064" cy="325466"/>
          </a:xfrm>
        </p:spPr>
        <p:txBody>
          <a:bodyPr anchor="t">
            <a:noAutofit/>
          </a:bodyPr>
          <a:lstStyle>
            <a:lvl1pPr marL="0" indent="0" algn="r">
              <a:buNone/>
              <a:defRPr sz="135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16318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/>
          <p:nvPr/>
        </p:nvSpPr>
        <p:spPr bwMode="auto">
          <a:xfrm>
            <a:off x="0" y="0"/>
            <a:ext cx="9144000" cy="1639491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14034" y="1666716"/>
            <a:ext cx="3889405" cy="2729072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0562" y="1666715"/>
            <a:ext cx="3895937" cy="2729073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1107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6"/>
          <p:cNvSpPr/>
          <p:nvPr/>
        </p:nvSpPr>
        <p:spPr bwMode="auto">
          <a:xfrm>
            <a:off x="0" y="0"/>
            <a:ext cx="9144000" cy="1639491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11046" y="1631156"/>
            <a:ext cx="3892393" cy="432197"/>
          </a:xfrm>
        </p:spPr>
        <p:txBody>
          <a:bodyPr anchor="b">
            <a:noAutofit/>
          </a:bodyPr>
          <a:lstStyle>
            <a:lvl1pPr marL="0" indent="0" algn="ctr">
              <a:buNone/>
              <a:defRPr sz="15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1047" y="2063354"/>
            <a:ext cx="3892392" cy="2332435"/>
          </a:xfrm>
        </p:spPr>
        <p:txBody>
          <a:bodyPr anchor="t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0562" y="1631156"/>
            <a:ext cx="3895937" cy="432197"/>
          </a:xfrm>
        </p:spPr>
        <p:txBody>
          <a:bodyPr anchor="b">
            <a:noAutofit/>
          </a:bodyPr>
          <a:lstStyle>
            <a:lvl1pPr marL="0" indent="0" algn="ctr">
              <a:buNone/>
              <a:defRPr sz="15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0562" y="2063354"/>
            <a:ext cx="3895937" cy="2332435"/>
          </a:xfrm>
        </p:spPr>
        <p:txBody>
          <a:bodyPr anchor="t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05362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6"/>
          <p:cNvSpPr/>
          <p:nvPr/>
        </p:nvSpPr>
        <p:spPr bwMode="auto">
          <a:xfrm>
            <a:off x="0" y="0"/>
            <a:ext cx="9144000" cy="1639491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43830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68635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804864" y="334566"/>
            <a:ext cx="2660650" cy="1360988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4864" y="334566"/>
            <a:ext cx="2660650" cy="1213797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41725" y="334567"/>
            <a:ext cx="4689475" cy="4061222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04864" y="1695554"/>
            <a:ext cx="2660650" cy="2700233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57230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1046" y="545642"/>
            <a:ext cx="3639741" cy="1212872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9" name="Picture Placeholder 11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4573588" y="0"/>
            <a:ext cx="4570412" cy="5143500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noFill/>
          <a:ln w="9525">
            <a:solidFill>
              <a:schemeClr val="tx2"/>
            </a:solidFill>
            <a:round/>
            <a:headEnd/>
            <a:tailEnd/>
          </a:ln>
          <a:effectLst/>
        </p:spPr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algn="ctr">
              <a:buFontTx/>
              <a:buNone/>
              <a:defRPr sz="1050"/>
            </a:lvl1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11046" y="1758513"/>
            <a:ext cx="3639741" cy="2637274"/>
          </a:xfrm>
        </p:spPr>
        <p:txBody>
          <a:bodyPr anchor="t"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914358" y="4531022"/>
            <a:ext cx="732659" cy="273844"/>
          </a:xfrm>
        </p:spPr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42797" y="4531022"/>
            <a:ext cx="2471560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47017" y="4436917"/>
            <a:ext cx="796616" cy="367949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917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a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7500" y="3600450"/>
            <a:ext cx="7921064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5" name="Picture Placeholder 14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0" y="0"/>
            <a:ext cx="9144000" cy="3600450"/>
          </a:xfrm>
          <a:custGeom>
            <a:avLst/>
            <a:gdLst/>
            <a:ahLst/>
            <a:cxnLst/>
            <a:rect l="0" t="0" r="r" b="b"/>
            <a:pathLst>
              <a:path w="5760" h="3289">
                <a:moveTo>
                  <a:pt x="5760" y="0"/>
                </a:moveTo>
                <a:lnTo>
                  <a:pt x="0" y="0"/>
                </a:lnTo>
                <a:lnTo>
                  <a:pt x="0" y="3100"/>
                </a:lnTo>
                <a:lnTo>
                  <a:pt x="943" y="3100"/>
                </a:lnTo>
                <a:lnTo>
                  <a:pt x="1123" y="3281"/>
                </a:lnTo>
                <a:lnTo>
                  <a:pt x="1123" y="3281"/>
                </a:lnTo>
                <a:lnTo>
                  <a:pt x="1127" y="3283"/>
                </a:lnTo>
                <a:lnTo>
                  <a:pt x="1133" y="3286"/>
                </a:lnTo>
                <a:lnTo>
                  <a:pt x="1139" y="3289"/>
                </a:lnTo>
                <a:lnTo>
                  <a:pt x="1144" y="3289"/>
                </a:lnTo>
                <a:lnTo>
                  <a:pt x="1150" y="3289"/>
                </a:lnTo>
                <a:lnTo>
                  <a:pt x="1155" y="3286"/>
                </a:lnTo>
                <a:lnTo>
                  <a:pt x="1161" y="3283"/>
                </a:lnTo>
                <a:lnTo>
                  <a:pt x="1165" y="3281"/>
                </a:lnTo>
                <a:lnTo>
                  <a:pt x="1345" y="3100"/>
                </a:lnTo>
                <a:lnTo>
                  <a:pt x="5760" y="3100"/>
                </a:lnTo>
                <a:lnTo>
                  <a:pt x="5760" y="0"/>
                </a:lnTo>
                <a:close/>
              </a:path>
            </a:pathLst>
          </a:custGeom>
          <a:noFill/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marL="0" indent="0" algn="ctr">
              <a:buFontTx/>
              <a:buNone/>
              <a:defRPr sz="1200"/>
            </a:lvl1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7500" y="4025504"/>
            <a:ext cx="7921064" cy="370284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62786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>
            <a:spLocks noChangeAspect="1"/>
          </p:cNvSpPr>
          <p:nvPr/>
        </p:nvSpPr>
        <p:spPr bwMode="auto">
          <a:xfrm>
            <a:off x="473773" y="811092"/>
            <a:ext cx="4749312" cy="2429391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8239" y="928877"/>
            <a:ext cx="4420380" cy="1984434"/>
          </a:xfrm>
        </p:spPr>
        <p:txBody>
          <a:bodyPr anchor="b"/>
          <a:lstStyle>
            <a:lvl1pPr algn="l">
              <a:defRPr sz="3150" b="1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9893" y="3332760"/>
            <a:ext cx="4418727" cy="534931"/>
          </a:xfrm>
        </p:spPr>
        <p:txBody>
          <a:bodyPr anchor="t">
            <a:noAutofit/>
          </a:bodyPr>
          <a:lstStyle>
            <a:lvl1pPr marL="0" indent="0" algn="l">
              <a:buNone/>
              <a:defRPr sz="135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9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5680982" y="811092"/>
            <a:ext cx="2857501" cy="3056599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726775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 6"/>
          <p:cNvSpPr>
            <a:spLocks noChangeAspect="1"/>
          </p:cNvSpPr>
          <p:nvPr/>
        </p:nvSpPr>
        <p:spPr bwMode="auto">
          <a:xfrm>
            <a:off x="855664" y="1714939"/>
            <a:ext cx="3671336" cy="1877979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38" name="Title 1"/>
          <p:cNvSpPr>
            <a:spLocks noGrp="1"/>
          </p:cNvSpPr>
          <p:nvPr>
            <p:ph type="title"/>
          </p:nvPr>
        </p:nvSpPr>
        <p:spPr>
          <a:xfrm>
            <a:off x="1017817" y="1826968"/>
            <a:ext cx="3286891" cy="1505842"/>
          </a:xfrm>
        </p:spPr>
        <p:txBody>
          <a:bodyPr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4617000" y="1714500"/>
            <a:ext cx="3660225" cy="1721644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280458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/>
          <p:cNvSpPr/>
          <p:nvPr/>
        </p:nvSpPr>
        <p:spPr bwMode="auto">
          <a:xfrm>
            <a:off x="0" y="0"/>
            <a:ext cx="9144000" cy="1639491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304162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5752239" y="334567"/>
            <a:ext cx="3391762" cy="4061222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137656" y="439628"/>
            <a:ext cx="1871093" cy="3851099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7501" y="334567"/>
            <a:ext cx="4958655" cy="4061222"/>
          </a:xfrm>
        </p:spPr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1397564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theme/theme1.xml" Type="http://schemas.openxmlformats.org/officeDocument/2006/relationships/theme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7500" y="335391"/>
            <a:ext cx="7928999" cy="727838"/>
          </a:xfrm>
          <a:prstGeom prst="rect">
            <a:avLst/>
          </a:prstGeom>
          <a:effectLst>
            <a:outerShdw blurRad="50800" dir="14400000">
              <a:srgbClr val="000000">
                <a:alpha val="60000"/>
              </a:srgbClr>
            </a:outerShdw>
          </a:effectLst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7500" y="1638301"/>
            <a:ext cx="7922464" cy="2755798"/>
          </a:xfrm>
          <a:prstGeom prst="rect">
            <a:avLst/>
          </a:prstGeom>
          <a:effectLst>
            <a:outerShdw blurRad="50800" dir="14400000">
              <a:srgbClr val="000000">
                <a:alpha val="40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8636" y="4531022"/>
            <a:ext cx="6483240" cy="27384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675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000969" y="4531022"/>
            <a:ext cx="1007780" cy="27384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675">
                <a:solidFill>
                  <a:schemeClr val="tx1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008749" y="4436917"/>
            <a:ext cx="796616" cy="367949"/>
          </a:xfrm>
          <a:prstGeom prst="rect">
            <a:avLst/>
          </a:prstGeom>
        </p:spPr>
        <p:txBody>
          <a:bodyPr vert="horz" lIns="91440" tIns="45720" rIns="91440" bIns="10800" rtlCol="0" anchor="b"/>
          <a:lstStyle>
            <a:lvl1pPr algn="r">
              <a:defRPr sz="1500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255899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</p:sldLayoutIdLst>
  <p:txStyles>
    <p:titleStyle>
      <a:lvl1pPr algn="l" defTabSz="342900" rtl="0" eaLnBrk="1" latinLnBrk="0" hangingPunct="1">
        <a:spcBef>
          <a:spcPct val="0"/>
        </a:spcBef>
        <a:buNone/>
        <a:defRPr sz="3000" b="1" kern="1200">
          <a:solidFill>
            <a:srgbClr val="FEFEFE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57175" indent="-257175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/>
        </a:buClr>
        <a:buFont typeface="Wingdings 2" charset="2"/>
        <a:buChar char=""/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214313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/>
        </a:buClr>
        <a:buFont typeface="Wingdings 2" charset="2"/>
        <a:buChar char=""/>
        <a:defRPr sz="105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/>
        </a:buClr>
        <a:buFont typeface="Wingdings 2" charset="2"/>
        <a:buChar char=""/>
        <a:defRPr sz="9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/>
        </a:buClr>
        <a:buFont typeface="Wingdings 2" charset="2"/>
        <a:buChar char=""/>
        <a:defRPr sz="900" kern="1200">
          <a:solidFill>
            <a:schemeClr val="tx1"/>
          </a:solidFill>
          <a:latin typeface="+mn-lt"/>
          <a:ea typeface="+mn-ea"/>
          <a:cs typeface="+mn-cs"/>
        </a:defRPr>
      </a:lvl5pPr>
      <a:lvl6pPr marL="180000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/>
        </a:buClr>
        <a:buFont typeface="Wingdings 2" charset="2"/>
        <a:buChar char=""/>
        <a:defRPr sz="900" kern="1200">
          <a:solidFill>
            <a:schemeClr val="tx1"/>
          </a:solidFill>
          <a:latin typeface="+mn-lt"/>
          <a:ea typeface="+mn-ea"/>
          <a:cs typeface="+mn-cs"/>
        </a:defRPr>
      </a:lvl6pPr>
      <a:lvl7pPr marL="210000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/>
        </a:buClr>
        <a:buFont typeface="Wingdings 2" charset="2"/>
        <a:buChar char=""/>
        <a:defRPr sz="900" kern="1200">
          <a:solidFill>
            <a:schemeClr val="tx1"/>
          </a:solidFill>
          <a:latin typeface="+mn-lt"/>
          <a:ea typeface="+mn-ea"/>
          <a:cs typeface="+mn-cs"/>
        </a:defRPr>
      </a:lvl7pPr>
      <a:lvl8pPr marL="240000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/>
        </a:buClr>
        <a:buFont typeface="Wingdings 2" charset="2"/>
        <a:buChar char=""/>
        <a:defRPr sz="900" kern="1200">
          <a:solidFill>
            <a:schemeClr val="tx1"/>
          </a:solidFill>
          <a:latin typeface="+mn-lt"/>
          <a:ea typeface="+mn-ea"/>
          <a:cs typeface="+mn-cs"/>
        </a:defRPr>
      </a:lvl8pPr>
      <a:lvl9pPr marL="270000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/>
        </a:buClr>
        <a:buFont typeface="Wingdings 2" charset="2"/>
        <a:buChar char=""/>
        <a:defRPr sz="9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4034" y="1936592"/>
            <a:ext cx="3889405" cy="2189319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96900" y="1638300"/>
          <a:ext cx="79121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8500"/>
                <a:gridCol w="1968500"/>
                <a:gridCol w="1968500"/>
                <a:gridCol w="1968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0562" y="1934753"/>
            <a:ext cx="3895937" cy="2192996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6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96900" y="1638300"/>
          <a:ext cx="79121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4034" y="1936592"/>
            <a:ext cx="3889405" cy="2189319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65400" y="1638300"/>
            <a:ext cx="39751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96900" y="1638300"/>
          <a:ext cx="79121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Zitierfähig">
  <a:themeElements>
    <a:clrScheme name="Zitierfähig">
      <a:dk1>
        <a:sysClr val="windowText" lastClr="000000"/>
      </a:dk1>
      <a:lt1>
        <a:sysClr val="window" lastClr="FFFFFF"/>
      </a:lt1>
      <a:dk2>
        <a:srgbClr val="212121"/>
      </a:dk2>
      <a:lt2>
        <a:srgbClr val="636363"/>
      </a:lt2>
      <a:accent1>
        <a:srgbClr val="00C6BB"/>
      </a:accent1>
      <a:accent2>
        <a:srgbClr val="6FEBA0"/>
      </a:accent2>
      <a:accent3>
        <a:srgbClr val="B6DF5E"/>
      </a:accent3>
      <a:accent4>
        <a:srgbClr val="EFB251"/>
      </a:accent4>
      <a:accent5>
        <a:srgbClr val="EF755F"/>
      </a:accent5>
      <a:accent6>
        <a:srgbClr val="ED515C"/>
      </a:accent6>
      <a:hlink>
        <a:srgbClr val="8F8F8F"/>
      </a:hlink>
      <a:folHlink>
        <a:srgbClr val="A5A5A5"/>
      </a:folHlink>
    </a:clrScheme>
    <a:fontScheme name="Zitierfähig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Zitierfähig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lumMod val="105000"/>
              </a:schemeClr>
            </a:gs>
            <a:gs pos="100000">
              <a:schemeClr val="phClr">
                <a:tint val="90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tint val="98000"/>
                <a:lumMod val="102000"/>
              </a:schemeClr>
              <a:schemeClr val="phClr">
                <a:shade val="98000"/>
                <a:lumMod val="98000"/>
              </a:schemeClr>
            </a:duotone>
          </a:blip>
          <a:tile tx="0" ty="0" sx="100000" sy="100000" flip="none" algn="tl"/>
        </a:blipFill>
      </a:fillStyleLst>
      <a:lnStyleLst>
        <a:ln w="9525" cap="rnd" cmpd="sng" algn="ctr">
          <a:solidFill>
            <a:schemeClr val="phClr"/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innerShdw blurRad="63500" dist="25400" dir="13500000">
              <a:srgbClr val="000000">
                <a:alpha val="75000"/>
              </a:srgbClr>
            </a:inn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</a:schemeClr>
            </a:gs>
            <a:gs pos="100000">
              <a:schemeClr val="phClr">
                <a:tint val="84000"/>
                <a:shade val="84000"/>
                <a:lumMod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90000"/>
                <a:satMod val="120000"/>
                <a:lumMod val="90000"/>
              </a:schemeClr>
            </a:gs>
            <a:gs pos="100000">
              <a:schemeClr val="phClr"/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Quotable" id="{39EC5628-30ED-4578-ACD8-9820EDB8E15A}" vid="{6F3559E9-1A4C-49D8-94D4-F41003531C4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Zitierfähig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Calibri</vt:lpstr>
      <vt:lpstr>Century Gothic</vt:lpstr>
      <vt:lpstr>Wingdings 2</vt:lpstr>
      <vt:lpstr>Zitierfähig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2026-05-25T19:48:13Z</dcterms:created>
  <dcterms:modified xsi:type="dcterms:W3CDTF">2026-05-25T19:48:13Z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