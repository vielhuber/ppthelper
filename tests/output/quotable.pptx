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38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086861"/>
            <a:ext cx="7929000" cy="2228288"/>
          </a:xfrm>
        </p:spPr>
        <p:txBody>
          <a:bodyPr/>
          <a:lstStyle>
            <a:lvl1pPr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23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1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4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213547"/>
            <a:ext cx="7921064" cy="1101600"/>
          </a:xfr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3960901"/>
            <a:ext cx="7921064" cy="325466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31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0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3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8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6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34566"/>
            <a:ext cx="2660650" cy="13609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34566"/>
            <a:ext cx="2660650" cy="121379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34567"/>
            <a:ext cx="4689475" cy="4061222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695554"/>
            <a:ext cx="2660650" cy="270023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2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545642"/>
            <a:ext cx="3639741" cy="121287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1435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758513"/>
            <a:ext cx="3639741" cy="2637274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4531022"/>
            <a:ext cx="732659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4531022"/>
            <a:ext cx="247156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436917"/>
            <a:ext cx="796616" cy="367949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9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600450"/>
            <a:ext cx="792106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360045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025504"/>
            <a:ext cx="7921064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7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81109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928877"/>
            <a:ext cx="4420380" cy="1984434"/>
          </a:xfr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3" y="3332760"/>
            <a:ext cx="4418727" cy="534931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811092"/>
            <a:ext cx="2857501" cy="3056599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67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4" y="1714939"/>
            <a:ext cx="3671336" cy="187797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1826968"/>
            <a:ext cx="3286891" cy="1505842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714500"/>
            <a:ext cx="3660225" cy="172164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04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41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34567"/>
            <a:ext cx="3391762" cy="406122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39628"/>
            <a:ext cx="1871093" cy="385109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34567"/>
            <a:ext cx="4958655" cy="4061222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9756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1638301"/>
            <a:ext cx="7922464" cy="275579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36" y="4531022"/>
            <a:ext cx="648324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58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</p:sldLayoutIdLst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4034" y="1936592"/>
            <a:ext cx="3889405" cy="218931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96900" y="1638300"/>
          <a:ext cx="79121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0562" y="1934753"/>
            <a:ext cx="3895937" cy="219299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6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96900" y="1638300"/>
          <a:ext cx="79121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4034" y="1936592"/>
            <a:ext cx="3889405" cy="218931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65400" y="1638300"/>
            <a:ext cx="39751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96900" y="1638300"/>
          <a:ext cx="79121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itierfähig">
  <a:themeElements>
    <a:clrScheme name="Zitierfähig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Zitierfähig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Zitierfähig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Zitierfähig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Wingdings 2</vt:lpstr>
      <vt:lpstr>Zitierfähig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2026-07-21T15:34:43Z</dcterms:created>
  <dcterms:modified xsi:type="dcterms:W3CDTF">2026-07-21T15:34:43Z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