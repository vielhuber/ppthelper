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02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9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2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1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9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1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9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5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462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9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2959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63440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2959" y="1850774"/>
            <a:ext cx="3703320" cy="20845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384300"/>
            <a:ext cx="44450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12800" y="1384300"/>
          <a:ext cx="7543800" cy="300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Calibri Light</vt:lpstr>
      <vt:lpstr>Rückblick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2026-05-25T08:28:34Z</dcterms:created>
  <dcterms:modified xsi:type="dcterms:W3CDTF">2026-05-25T08:28:34Z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