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29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297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625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852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1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9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1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389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989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56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462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92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63440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384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Calibri Light</vt:lpstr>
      <vt:lpstr>Rückblick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2026-07-21T15:34:44Z</dcterms:created>
  <dcterms:modified xsi:type="dcterms:W3CDTF">2026-07-21T15:34:44Z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