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569214"/>
            <a:ext cx="7543800" cy="267462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6000" spc="-38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3341715"/>
            <a:ext cx="7543800" cy="85725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 algn="ctr">
              <a:buNone/>
              <a:defRPr sz="18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325755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1029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297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69214"/>
            <a:ext cx="7543800" cy="267462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6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3339846"/>
            <a:ext cx="7543800" cy="85725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325755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8625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59" y="1384301"/>
            <a:ext cx="370332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384301"/>
            <a:ext cx="370332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8529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384539"/>
            <a:ext cx="370332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1936751"/>
            <a:ext cx="3703320" cy="25336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384539"/>
            <a:ext cx="370332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1936751"/>
            <a:ext cx="3703320" cy="25336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71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993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6175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3030053" y="0"/>
            <a:ext cx="48006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45769"/>
            <a:ext cx="2400300" cy="1714500"/>
          </a:xfrm>
        </p:spPr>
        <p:txBody>
          <a:bodyPr anchor="b">
            <a:norm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0450" y="548640"/>
            <a:ext cx="4869180" cy="39433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194560"/>
            <a:ext cx="2400300" cy="2534343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4844839"/>
            <a:ext cx="1963883" cy="273844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4844839"/>
            <a:ext cx="3486150" cy="273844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389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3714750"/>
            <a:ext cx="9141619" cy="14287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368630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3806190"/>
            <a:ext cx="7584948" cy="617220"/>
          </a:xfrm>
        </p:spPr>
        <p:txBody>
          <a:bodyPr lIns="91440" tIns="0" rIns="91440" bIns="0" anchor="b">
            <a:no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3686307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60" y="4430267"/>
            <a:ext cx="7584948" cy="44577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450"/>
              </a:spcAft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989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5564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11084"/>
            <a:ext cx="1971675" cy="4318066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11083"/>
            <a:ext cx="5800725" cy="4318067"/>
          </a:xfrm>
        </p:spPr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3462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4800600"/>
            <a:ext cx="9144000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4750737"/>
            <a:ext cx="9144001" cy="494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384301"/>
            <a:ext cx="7543800" cy="301752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4844839"/>
            <a:ext cx="185420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rgbClr val="FFFFFF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4844839"/>
            <a:ext cx="361710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4844839"/>
            <a:ext cx="98401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303384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192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3600" kern="1200" spc="-38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8803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2519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6235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69951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8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9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1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2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2959" y="1850774"/>
            <a:ext cx="3703320" cy="20845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12800" y="1384300"/>
          <a:ext cx="7543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600"/>
                <a:gridCol w="1879600"/>
                <a:gridCol w="1879600"/>
                <a:gridCol w="1879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63440" y="1850774"/>
            <a:ext cx="3703320" cy="20845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12800" y="1384300"/>
          <a:ext cx="7543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2959" y="1850774"/>
            <a:ext cx="3703320" cy="20845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62200" y="1384300"/>
            <a:ext cx="44450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12800" y="1384300"/>
          <a:ext cx="7543800" cy="3009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Rückblick">
  <a:themeElements>
    <a:clrScheme name="Rückblick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ückblick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ückblick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Calibri</vt:lpstr>
      <vt:lpstr>Calibri Light</vt:lpstr>
      <vt:lpstr>Rückblick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2026-05-25T19:48:13Z</dcterms:created>
  <dcterms:modified xsi:type="dcterms:W3CDTF">2026-05-25T19:48:13Z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