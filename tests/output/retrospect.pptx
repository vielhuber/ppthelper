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5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29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297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625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59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852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71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99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17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389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4948" cy="617220"/>
          </a:xfrm>
        </p:spPr>
        <p:txBody>
          <a:bodyPr lIns="91440" tIns="0" rIns="9144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7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989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56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11084"/>
            <a:ext cx="1971675" cy="431806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11083"/>
            <a:ext cx="5800725" cy="4318067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462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4750737"/>
            <a:ext cx="9144001" cy="494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92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63440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384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Calibri Light</vt:lpstr>
      <vt:lpstr>Rückblick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2026-05-23T07:47:03Z</dcterms:created>
  <dcterms:modified xsi:type="dcterms:W3CDTF">2026-05-23T07:47:03Z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