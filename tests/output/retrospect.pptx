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29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9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62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5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1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9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1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389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8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56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462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9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63440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384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Rückblick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2026-07-28T09:00:03Z</dcterms:created>
  <dcterms:modified xsi:type="dcterms:W3CDTF">2026-07-28T09:00:03Z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