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7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5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3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9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2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38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03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24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3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0177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3986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3796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9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1577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856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828482"/>
            <a:ext cx="3700859" cy="208318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508000"/>
            <a:ext cx="3911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270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Segment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2026-05-25T08:28:34Z</dcterms:created>
  <dcterms:modified xsi:type="dcterms:W3CDTF">2026-05-25T08:28:34Z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