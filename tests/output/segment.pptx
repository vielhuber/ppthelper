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7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3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9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0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3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3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2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3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0177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98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3796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0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94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1577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85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159" y="827811"/>
            <a:ext cx="3703241" cy="20845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508000"/>
          <a:ext cx="6400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56100" y="828482"/>
            <a:ext cx="3700859" cy="208318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508000"/>
          <a:ext cx="6400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159" y="827811"/>
            <a:ext cx="3703241" cy="20845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508000"/>
            <a:ext cx="3911600" cy="219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508000"/>
          <a:ext cx="6400800" cy="270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Segment">
  <a:themeElements>
    <a:clrScheme name="Segmen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3</vt:lpstr>
      <vt:lpstr>Segment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2026-05-25T19:48:13Z</dcterms:created>
  <dcterms:modified xsi:type="dcterms:W3CDTF">2026-05-25T19:48:13Z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