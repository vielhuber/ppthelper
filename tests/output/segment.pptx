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7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458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93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896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7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002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138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75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032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24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13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70177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3986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37960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03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948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61577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2856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56100" y="828482"/>
            <a:ext cx="3700859" cy="208318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159" y="827811"/>
            <a:ext cx="3703241" cy="208452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2600" y="508000"/>
            <a:ext cx="39116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508000"/>
          <a:ext cx="6400800" cy="2705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Segment">
  <a:themeElements>
    <a:clrScheme name="Segment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gment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gment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Segment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2026-05-23T07:47:03Z</dcterms:created>
  <dcterms:modified xsi:type="dcterms:W3CDTF">2026-05-23T07:47:03Z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