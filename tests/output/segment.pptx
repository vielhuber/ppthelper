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3159" y="514350"/>
            <a:ext cx="6000750" cy="2228851"/>
          </a:xfrm>
        </p:spPr>
        <p:txBody>
          <a:bodyPr anchor="b">
            <a:normAutofit/>
          </a:bodyPr>
          <a:lstStyle>
            <a:lvl1pPr algn="l">
              <a:defRPr sz="3600">
                <a:effectLst/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3159" y="2882900"/>
            <a:ext cx="4800600" cy="1460500"/>
          </a:xfrm>
        </p:spPr>
        <p:txBody>
          <a:bodyPr anchor="t">
            <a:normAutofit/>
          </a:bodyPr>
          <a:lstStyle>
            <a:lvl1pPr marL="0" indent="0" algn="l">
              <a:buNone/>
              <a:defRPr sz="1575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6171009" y="6350"/>
            <a:ext cx="2857500" cy="28575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4581128" y="68659"/>
            <a:ext cx="4560491" cy="45604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5426869" y="171450"/>
            <a:ext cx="3714750" cy="371475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5501878" y="24209"/>
            <a:ext cx="3639742" cy="363974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5884070" y="457201"/>
            <a:ext cx="3257549" cy="325754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8765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4589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3159" y="1504950"/>
            <a:ext cx="6400801" cy="1711200"/>
          </a:xfrm>
        </p:spPr>
        <p:txBody>
          <a:bodyPr anchor="b">
            <a:normAutofit/>
          </a:bodyPr>
          <a:lstStyle>
            <a:lvl1pPr algn="l">
              <a:defRPr sz="2700" b="0" cap="all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60" y="3371850"/>
            <a:ext cx="6400800" cy="1123950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931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3159" y="514351"/>
            <a:ext cx="3703241" cy="2711450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56100" y="514351"/>
            <a:ext cx="3700859" cy="2711450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78962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061" y="514350"/>
            <a:ext cx="3487340" cy="432197"/>
          </a:xfrm>
        </p:spPr>
        <p:txBody>
          <a:bodyPr anchor="b">
            <a:noAutofit/>
          </a:bodyPr>
          <a:lstStyle>
            <a:lvl1pPr marL="0" indent="0">
              <a:buNone/>
              <a:defRPr sz="21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3159" y="952897"/>
            <a:ext cx="3703241" cy="2272904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59299" y="514350"/>
            <a:ext cx="3498851" cy="432197"/>
          </a:xfrm>
        </p:spPr>
        <p:txBody>
          <a:bodyPr anchor="b">
            <a:noAutofit/>
          </a:bodyPr>
          <a:lstStyle>
            <a:lvl1pPr marL="0" indent="0">
              <a:buNone/>
              <a:defRPr sz="21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54909" y="946546"/>
            <a:ext cx="3696891" cy="2272904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6775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0028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1387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13759" y="514350"/>
            <a:ext cx="2743200" cy="1028700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3159" y="514350"/>
            <a:ext cx="4457701" cy="3981450"/>
          </a:xfrm>
        </p:spPr>
        <p:txBody>
          <a:bodyPr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13759" y="1657350"/>
            <a:ext cx="2743200" cy="1568450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752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42109" y="1085850"/>
            <a:ext cx="4514850" cy="857250"/>
          </a:xfrm>
        </p:spPr>
        <p:txBody>
          <a:bodyPr anchor="b">
            <a:normAutofit/>
          </a:bodyPr>
          <a:lstStyle>
            <a:lvl1pPr algn="l">
              <a:defRPr sz="21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1759" y="685800"/>
            <a:ext cx="2460731" cy="3429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42109" y="2082800"/>
            <a:ext cx="4516041" cy="1536700"/>
          </a:xfrm>
        </p:spPr>
        <p:txBody>
          <a:bodyPr anchor="t"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40324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514350" y="400050"/>
            <a:ext cx="8114109" cy="234315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685801" y="2882900"/>
            <a:ext cx="6228158" cy="3429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200"/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4248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3160" y="514350"/>
            <a:ext cx="7543800" cy="2057400"/>
          </a:xfrm>
        </p:spPr>
        <p:txBody>
          <a:bodyPr anchor="ctr">
            <a:normAutofit/>
          </a:bodyPr>
          <a:lstStyle>
            <a:lvl1pPr algn="l">
              <a:defRPr sz="2400" b="0" cap="all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59" y="3086100"/>
            <a:ext cx="6401991" cy="1409700"/>
          </a:xfrm>
        </p:spPr>
        <p:txBody>
          <a:bodyPr anchor="ctr">
            <a:normAutofit/>
          </a:bodyPr>
          <a:lstStyle>
            <a:lvl1pPr marL="0" indent="0" algn="l">
              <a:buNone/>
              <a:defRPr sz="1500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61360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9" y="514350"/>
            <a:ext cx="6858001" cy="2057400"/>
          </a:xfrm>
        </p:spPr>
        <p:txBody>
          <a:bodyPr anchor="ctr">
            <a:normAutofit/>
          </a:bodyPr>
          <a:lstStyle>
            <a:lvl1pPr algn="l">
              <a:defRPr sz="2400" b="0" cap="all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84659" y="2571750"/>
            <a:ext cx="6400800" cy="28575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60" y="3225801"/>
            <a:ext cx="6400800" cy="1263649"/>
          </a:xfrm>
        </p:spPr>
        <p:txBody>
          <a:bodyPr anchor="ctr">
            <a:normAutofit/>
          </a:bodyPr>
          <a:lstStyle>
            <a:lvl1pPr marL="0" indent="0" algn="l">
              <a:buNone/>
              <a:defRPr sz="1500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398859" y="60916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14059" y="2076451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701778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3159" y="2571750"/>
            <a:ext cx="6400800" cy="1273050"/>
          </a:xfrm>
        </p:spPr>
        <p:txBody>
          <a:bodyPr anchor="b">
            <a:normAutofit/>
          </a:bodyPr>
          <a:lstStyle>
            <a:lvl1pPr algn="l">
              <a:defRPr sz="2400" b="0" cap="all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58" y="3849736"/>
            <a:ext cx="6401993" cy="645300"/>
          </a:xfrm>
        </p:spPr>
        <p:txBody>
          <a:bodyPr anchor="t">
            <a:normAutofit/>
          </a:bodyPr>
          <a:lstStyle>
            <a:lvl1pPr marL="0" indent="0" algn="l">
              <a:buNone/>
              <a:defRPr sz="1500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939865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 für 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60" y="514350"/>
            <a:ext cx="6858000" cy="2057400"/>
          </a:xfrm>
        </p:spPr>
        <p:txBody>
          <a:bodyPr anchor="ctr">
            <a:normAutofit/>
          </a:bodyPr>
          <a:lstStyle>
            <a:lvl1pPr algn="l">
              <a:defRPr sz="2400" b="0" cap="all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13159" y="2946400"/>
            <a:ext cx="6400801" cy="7874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18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59" y="3733800"/>
            <a:ext cx="6400801" cy="762000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398859" y="60916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14059" y="2076451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2379608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hr oder Fals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3160" y="514350"/>
            <a:ext cx="7543800" cy="20574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13159" y="2946401"/>
            <a:ext cx="6400800" cy="62865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18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59" y="3575049"/>
            <a:ext cx="6400801" cy="920750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8036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1948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13909" y="514350"/>
            <a:ext cx="1543050" cy="342900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4350" y="514350"/>
            <a:ext cx="5867400" cy="3981450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61577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6905227" y="2222500"/>
            <a:ext cx="2236394" cy="2406650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3159" y="3365499"/>
            <a:ext cx="6400800" cy="1130300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59" y="514351"/>
            <a:ext cx="6400800" cy="27114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28309" y="4629150"/>
            <a:ext cx="1200150" cy="273844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75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3159" y="4629150"/>
            <a:ext cx="5657850" cy="273844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75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72400" y="4183857"/>
            <a:ext cx="856684" cy="50244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24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628564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l" defTabSz="342900" rtl="0" eaLnBrk="1" latinLnBrk="0" hangingPunct="1">
        <a:spcBef>
          <a:spcPct val="0"/>
        </a:spcBef>
        <a:buNone/>
        <a:defRPr sz="27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143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5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3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9001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2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157288" indent="-128588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0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1500188" indent="-128588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0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0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0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0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0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159" y="827811"/>
            <a:ext cx="3703241" cy="208452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508000"/>
          <a:ext cx="64008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0020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56100" y="828482"/>
            <a:ext cx="3700859" cy="208318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508000"/>
          <a:ext cx="64008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  <a:gridCol w="2133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159" y="827811"/>
            <a:ext cx="3703241" cy="208452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52600" y="508000"/>
            <a:ext cx="3911600" cy="219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508000"/>
          <a:ext cx="6400800" cy="2705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  <a:gridCol w="2133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Segment">
  <a:themeElements>
    <a:clrScheme name="Segment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Segment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egment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Calibri</vt:lpstr>
      <vt:lpstr>Century Gothic</vt:lpstr>
      <vt:lpstr>Wingdings 3</vt:lpstr>
      <vt:lpstr>Segment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2026-07-28T09:00:03Z</dcterms:created>
  <dcterms:modified xsi:type="dcterms:W3CDTF">2026-07-28T09:00:03Z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