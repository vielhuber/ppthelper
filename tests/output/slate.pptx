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6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020" y="1327155"/>
            <a:ext cx="7080026" cy="1371601"/>
          </a:xfrm>
        </p:spPr>
        <p:txBody>
          <a:bodyPr anchor="b">
            <a:normAutofit/>
          </a:bodyPr>
          <a:lstStyle>
            <a:lvl1pPr algn="ctr"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020" y="2698755"/>
            <a:ext cx="7080026" cy="787400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914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066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1" y="1320801"/>
            <a:ext cx="7192913" cy="1371610"/>
          </a:xfrm>
        </p:spPr>
        <p:txBody>
          <a:bodyPr anchor="b"/>
          <a:lstStyle>
            <a:lvl1pPr algn="ctr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2692409"/>
            <a:ext cx="7192913" cy="1130291"/>
          </a:xfrm>
        </p:spPr>
        <p:txBody>
          <a:bodyPr anchor="t"/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023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347" y="1299337"/>
            <a:ext cx="3795373" cy="3044063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2169" y="1299337"/>
            <a:ext cx="3798499" cy="3044063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96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346" y="1300880"/>
            <a:ext cx="3816804" cy="3111577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3864" y="1300880"/>
            <a:ext cx="3816804" cy="311157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404" y="1376441"/>
            <a:ext cx="3657258" cy="408663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404" y="1785103"/>
            <a:ext cx="3657258" cy="2558297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21225" y="1376441"/>
            <a:ext cx="3671498" cy="408662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21225" y="1785103"/>
            <a:ext cx="3671498" cy="2558297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013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891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04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200"/>
            <a:ext cx="2780167" cy="1366439"/>
          </a:xfrm>
        </p:spPr>
        <p:txBody>
          <a:bodyPr anchor="b">
            <a:normAutofit/>
          </a:bodyPr>
          <a:lstStyle>
            <a:lvl1pPr algn="ctr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1725" y="457200"/>
            <a:ext cx="4808943" cy="3886200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1823639"/>
            <a:ext cx="2780167" cy="251976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4020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0249" y="457200"/>
            <a:ext cx="2688125" cy="390362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442"/>
            <a:ext cx="4451212" cy="1372004"/>
          </a:xfrm>
        </p:spPr>
        <p:txBody>
          <a:bodyPr anchor="b">
            <a:noAutofit/>
          </a:bodyPr>
          <a:lstStyle>
            <a:lvl1pPr algn="ctr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81914" y="572776"/>
            <a:ext cx="2456813" cy="3684617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1829445"/>
            <a:ext cx="4451212" cy="253210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710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413" y="410855"/>
            <a:ext cx="7606349" cy="286260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4" y="3423941"/>
            <a:ext cx="7766495" cy="407604"/>
          </a:xfrm>
        </p:spPr>
        <p:txBody>
          <a:bodyPr anchor="b">
            <a:normAutofit/>
          </a:bodyPr>
          <a:lstStyle>
            <a:lvl1pPr algn="ctr">
              <a:defRPr sz="21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77012" y="521257"/>
            <a:ext cx="7384010" cy="2644253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500"/>
            </a:lvl1pPr>
            <a:lvl2pPr marL="342900" indent="0">
              <a:buNone/>
              <a:defRPr sz="1500"/>
            </a:lvl2pPr>
            <a:lvl3pPr marL="685800" indent="0">
              <a:buNone/>
              <a:defRPr sz="15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831546"/>
            <a:ext cx="7765322" cy="511854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601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456328"/>
            <a:ext cx="7765322" cy="265075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221385"/>
            <a:ext cx="7765322" cy="1126370"/>
          </a:xfrm>
        </p:spPr>
        <p:txBody>
          <a:bodyPr anchor="ctr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5522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24467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707524"/>
            <a:ext cx="6564224" cy="399562"/>
          </a:xfrm>
        </p:spPr>
        <p:txBody>
          <a:bodyPr anchor="t">
            <a:normAutofit/>
          </a:bodyPr>
          <a:lstStyle>
            <a:lvl1pPr marL="0" indent="0" algn="r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228265"/>
            <a:ext cx="7765322" cy="111712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42950" y="66359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8537" y="219619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205572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1595207"/>
            <a:ext cx="7765322" cy="188387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9" y="3487917"/>
            <a:ext cx="7764149" cy="855483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3013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46" y="457200"/>
            <a:ext cx="7765322" cy="7278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46" y="1414462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46" y="1928812"/>
            <a:ext cx="2475738" cy="241458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5033" y="1414462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76" y="1928812"/>
            <a:ext cx="2475738" cy="241458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4929" y="1414462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4929" y="1928812"/>
            <a:ext cx="2475738" cy="241458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6706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72" y="1363661"/>
            <a:ext cx="2504979" cy="1385888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850" y="1363661"/>
            <a:ext cx="2504979" cy="1385888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038" y="1363661"/>
            <a:ext cx="2504979" cy="1385888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46" y="457200"/>
            <a:ext cx="7765322" cy="7278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46" y="2928079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763577" y="1454188"/>
            <a:ext cx="2319276" cy="1202216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46" y="3360276"/>
            <a:ext cx="2475738" cy="983125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91" y="2928079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09307" y="1454321"/>
            <a:ext cx="2319276" cy="1206123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76" y="3360276"/>
            <a:ext cx="2475738" cy="983125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5023" y="2928079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056774" y="1450824"/>
            <a:ext cx="2319276" cy="1205471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4929" y="3360274"/>
            <a:ext cx="2475738" cy="983126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357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2352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37302" y="457200"/>
            <a:ext cx="1713365" cy="38862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347" y="457200"/>
            <a:ext cx="5937654" cy="3886201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26770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46" y="457200"/>
            <a:ext cx="7765322" cy="72783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46" y="1299337"/>
            <a:ext cx="7765322" cy="304406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2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47" y="4412457"/>
            <a:ext cx="50046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4412457"/>
            <a:ext cx="56515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77189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342900" rtl="0" eaLnBrk="1" latinLnBrk="0" hangingPunct="1">
        <a:spcBef>
          <a:spcPct val="0"/>
        </a:spcBef>
        <a:buNone/>
        <a:defRPr sz="3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295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540000" indent="-2025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"/>
        <a:defRPr sz="13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769500" indent="-1620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2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039500" indent="-1620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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255500" indent="-1620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1510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18013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09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2329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47" y="1753174"/>
            <a:ext cx="3795373" cy="213638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295400"/>
          <a:ext cx="7759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/>
                <a:gridCol w="1930400"/>
                <a:gridCol w="1930400"/>
                <a:gridCol w="193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52169" y="1752294"/>
            <a:ext cx="3798499" cy="213814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295400"/>
          <a:ext cx="7759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100"/>
                <a:gridCol w="2578100"/>
                <a:gridCol w="257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47" y="1753174"/>
            <a:ext cx="3795373" cy="213638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295400"/>
            <a:ext cx="44958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295400"/>
          <a:ext cx="7759700" cy="3035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100"/>
                <a:gridCol w="2578100"/>
                <a:gridCol w="257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chiefer">
  <a:themeElements>
    <a:clrScheme name="Schiefer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chiefer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chiefer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Schiefer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Calisto MT</vt:lpstr>
      <vt:lpstr>Wingdings 2</vt:lpstr>
      <vt:lpstr>Schiefer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2026-07-21T15:34:46Z</dcterms:created>
  <dcterms:modified xsi:type="dcterms:W3CDTF">2026-07-21T15:34:46Z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