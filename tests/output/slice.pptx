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41910" y="1885950"/>
            <a:ext cx="6686549" cy="1697086"/>
          </a:xfrm>
        </p:spPr>
        <p:txBody>
          <a:bodyPr anchor="b">
            <a:normAutofit/>
          </a:bodyPr>
          <a:lstStyle>
            <a:lvl1pPr>
              <a:defRPr sz="40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41910" y="3583035"/>
            <a:ext cx="6686549" cy="844712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3242858"/>
            <a:ext cx="1308489" cy="583942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98860" y="3397155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763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4694" y="468082"/>
            <a:ext cx="6683765" cy="96066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41909" y="1600200"/>
            <a:ext cx="6686550" cy="283321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1804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910" y="1544063"/>
            <a:ext cx="6686549" cy="1101600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1910" y="2647597"/>
            <a:ext cx="6686549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3141" y="238363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98860" y="2433105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8536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41909" y="1600200"/>
            <a:ext cx="3235398" cy="2833217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93060" y="1594666"/>
            <a:ext cx="3235398" cy="2833217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98860" y="590837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24879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04530" y="1479527"/>
            <a:ext cx="299454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41909" y="1911725"/>
            <a:ext cx="3257170" cy="2515545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29972" y="1477106"/>
            <a:ext cx="2999251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375218" y="1909304"/>
            <a:ext cx="3254006" cy="2515545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98860" y="590837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662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8402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8112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910" y="334566"/>
            <a:ext cx="2628899" cy="732234"/>
          </a:xfrm>
        </p:spPr>
        <p:txBody>
          <a:bodyPr anchor="b"/>
          <a:lstStyle>
            <a:lvl1pPr algn="l">
              <a:defRPr sz="15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2259" y="334567"/>
            <a:ext cx="3886200" cy="4061222"/>
          </a:xfrm>
        </p:spPr>
        <p:txBody>
          <a:bodyPr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910" y="1198960"/>
            <a:ext cx="2628899" cy="319682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848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910" y="3600450"/>
            <a:ext cx="668655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41909" y="476224"/>
            <a:ext cx="6686550" cy="2891228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910" y="4025504"/>
            <a:ext cx="6686550" cy="370284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3141" y="3683794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98860" y="3737316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193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910" y="457200"/>
            <a:ext cx="6686549" cy="2337780"/>
          </a:xfrm>
        </p:spPr>
        <p:txBody>
          <a:bodyPr anchor="ctr">
            <a:normAutofit/>
          </a:bodyPr>
          <a:lstStyle>
            <a:lvl1pPr algn="l">
              <a:defRPr sz="36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1910" y="3265535"/>
            <a:ext cx="6686549" cy="1166898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3141" y="238363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98860" y="2433105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3022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7462" y="457200"/>
            <a:ext cx="6295445" cy="2171700"/>
          </a:xfrm>
        </p:spPr>
        <p:txBody>
          <a:bodyPr anchor="ctr">
            <a:normAutofit/>
          </a:bodyPr>
          <a:lstStyle>
            <a:lvl1pPr algn="l">
              <a:defRPr sz="36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56259" y="2628900"/>
            <a:ext cx="5652416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1910" y="3265535"/>
            <a:ext cx="6686549" cy="1166898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3141" y="238363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98860" y="2433105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1850739" y="48600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6139" y="2178980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9423257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910" y="1828800"/>
            <a:ext cx="6686550" cy="2043634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910" y="3886200"/>
            <a:ext cx="6686550" cy="54721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3141" y="3683794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98860" y="3737316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6441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 für 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137462" y="457200"/>
            <a:ext cx="6295445" cy="2171700"/>
          </a:xfrm>
        </p:spPr>
        <p:txBody>
          <a:bodyPr anchor="ctr">
            <a:normAutofit/>
          </a:bodyPr>
          <a:lstStyle>
            <a:lvl1pPr algn="l">
              <a:defRPr sz="36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941909" y="3257550"/>
            <a:ext cx="6686550" cy="62865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910" y="3886200"/>
            <a:ext cx="6686550" cy="54721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3141" y="3683794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98860" y="3737316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1850739" y="48600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6139" y="2178980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89856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hr oder Fals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910" y="470555"/>
            <a:ext cx="6686549" cy="2160015"/>
          </a:xfrm>
        </p:spPr>
        <p:txBody>
          <a:bodyPr anchor="ctr">
            <a:normAutofit/>
          </a:bodyPr>
          <a:lstStyle>
            <a:lvl1pPr algn="l">
              <a:defRPr sz="36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941909" y="3257550"/>
            <a:ext cx="6686550" cy="62865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910" y="3886200"/>
            <a:ext cx="6686550" cy="54721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3141" y="3683794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98860" y="3737316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3314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55452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71109" y="470554"/>
            <a:ext cx="1655701" cy="3962863"/>
          </a:xfrm>
        </p:spPr>
        <p:txBody>
          <a:bodyPr vert="eaVert" anchor="ctr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41909" y="470554"/>
            <a:ext cx="4857750" cy="3962863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90267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171450"/>
            <a:ext cx="2138637" cy="4978971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0416" y="-589"/>
            <a:ext cx="1767506" cy="514052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44694" y="468082"/>
            <a:ext cx="6683765" cy="96066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1909" y="1600200"/>
            <a:ext cx="6686550" cy="29146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398860" y="590837"/>
            <a:ext cx="58482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500">
                <a:solidFill>
                  <a:srgbClr val="FEFFFF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5609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</p:sldLayoutIdLst>
  <p:txStyles>
    <p:titleStyle>
      <a:lvl1pPr algn="l" defTabSz="342900" rtl="0" eaLnBrk="1" latinLnBrk="0" hangingPunct="1">
        <a:spcBef>
          <a:spcPct val="0"/>
        </a:spcBef>
        <a:buNone/>
        <a:defRPr sz="27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13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1909" y="2106217"/>
            <a:ext cx="3235398" cy="182118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930400" y="1600200"/>
          <a:ext cx="66802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3700"/>
                <a:gridCol w="1663700"/>
                <a:gridCol w="1663700"/>
                <a:gridCol w="1663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93060" y="2100683"/>
            <a:ext cx="3235398" cy="182118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930400" y="1600200"/>
          <a:ext cx="66802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2500"/>
                <a:gridCol w="2222500"/>
                <a:gridCol w="2222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1909" y="2106217"/>
            <a:ext cx="3235398" cy="182118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36900" y="1600200"/>
            <a:ext cx="4267200" cy="2400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930400" y="1600200"/>
          <a:ext cx="66802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2500"/>
                <a:gridCol w="2222500"/>
                <a:gridCol w="2222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Fetzen">
  <a:themeElements>
    <a:clrScheme name="Fetzen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Fetzen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Fetzen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Arial</vt:lpstr>
      <vt:lpstr>Calibri</vt:lpstr>
      <vt:lpstr>Century Gothic</vt:lpstr>
      <vt:lpstr>Wingdings 3</vt:lpstr>
      <vt:lpstr>Fetzen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2026-05-25T08:28:36Z</dcterms:created>
  <dcterms:modified xsi:type="dcterms:W3CDTF">2026-05-25T08:28:36Z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