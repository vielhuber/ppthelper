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0" y="1885950"/>
            <a:ext cx="6686549" cy="1697086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0" y="3583035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3242858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339715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09" y="1600200"/>
            <a:ext cx="6686550" cy="283321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18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53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09" y="1600200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0" y="1594666"/>
            <a:ext cx="3235398" cy="2833217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87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0" y="1479527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2" y="1477106"/>
            <a:ext cx="2999251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6" cy="251554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590837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840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11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34566"/>
            <a:ext cx="2628899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9" y="334567"/>
            <a:ext cx="3886200" cy="4061222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1198960"/>
            <a:ext cx="2628899" cy="319682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48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3600450"/>
            <a:ext cx="668655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09" y="476224"/>
            <a:ext cx="6686550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4025504"/>
            <a:ext cx="6686550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19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02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59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238363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0" y="2433105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2325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1828800"/>
            <a:ext cx="6686550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44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 für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2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1850739" y="48600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39" y="217898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985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hr oder Fal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0" y="470555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09" y="3257550"/>
            <a:ext cx="6686550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0" y="3886200"/>
            <a:ext cx="6686550" cy="54721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1" y="3683794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0" y="3737316"/>
            <a:ext cx="584825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3314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545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09" y="470554"/>
            <a:ext cx="1655701" cy="3962863"/>
          </a:xfrm>
        </p:spPr>
        <p:txBody>
          <a:bodyPr vert="eaVert" anchor="ctr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09" y="470554"/>
            <a:ext cx="4857750" cy="3962863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1" y="535782"/>
            <a:ext cx="1191395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90267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171450"/>
            <a:ext cx="2138637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9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4" y="468082"/>
            <a:ext cx="6683765" cy="96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09" y="1600200"/>
            <a:ext cx="668655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0" y="4597828"/>
            <a:ext cx="859712" cy="2777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0" y="4601856"/>
            <a:ext cx="571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0" y="590837"/>
            <a:ext cx="58482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60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1909" y="2106217"/>
            <a:ext cx="3235398" cy="18211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30400" y="1600200"/>
          <a:ext cx="6680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3700"/>
                <a:gridCol w="1663700"/>
                <a:gridCol w="1663700"/>
                <a:gridCol w="1663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93060" y="2100683"/>
            <a:ext cx="3235398" cy="18211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30400" y="1600200"/>
          <a:ext cx="66802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2222500"/>
                <a:gridCol w="222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41909" y="2106217"/>
            <a:ext cx="3235398" cy="18211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anchor="ctr"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136900" y="1600200"/>
            <a:ext cx="42672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930400" y="1600200"/>
          <a:ext cx="6680200" cy="2908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2222500"/>
                <a:gridCol w="22225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Fetzen">
  <a:themeElements>
    <a:clrScheme name="Fetze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etze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etze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Century Gothic</vt:lpstr>
      <vt:lpstr>Wingdings 3</vt:lpstr>
      <vt:lpstr>Fetzen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2026-07-28T09:00:05Z</dcterms:created>
  <dcterms:modified xsi:type="dcterms:W3CDTF">2026-07-28T09:00:05Z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