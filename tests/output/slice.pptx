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3242858"/>
            <a:ext cx="1308489" cy="583942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339715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909" y="1600200"/>
            <a:ext cx="6686550" cy="28332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8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53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1909" y="1600200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3060" y="1594666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48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1909" y="1911725"/>
            <a:ext cx="3257170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29972" y="1477106"/>
            <a:ext cx="299925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5218" y="1909304"/>
            <a:ext cx="3254006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4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1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259" y="334567"/>
            <a:ext cx="3886200" cy="4061222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1198960"/>
            <a:ext cx="2628899" cy="319682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848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1909" y="476224"/>
            <a:ext cx="6686550" cy="289122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4025504"/>
            <a:ext cx="6686550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1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0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56259" y="2628900"/>
            <a:ext cx="5652416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423257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44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985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314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54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1109" y="470554"/>
            <a:ext cx="1655701" cy="3962863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1909" y="470554"/>
            <a:ext cx="4857750" cy="396286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0267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0416" y="-589"/>
            <a:ext cx="1767506" cy="514052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98860" y="590837"/>
            <a:ext cx="58482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6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700"/>
                <a:gridCol w="1663700"/>
                <a:gridCol w="1663700"/>
                <a:gridCol w="1663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3060" y="2100683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6002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etzen">
  <a:themeElements>
    <a:clrScheme name="Fetz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etz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etz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Fetzen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2026-05-23T07:47:03Z</dcterms:created>
  <dcterms:modified xsi:type="dcterms:W3CDTF">2026-05-23T07:47:03Z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