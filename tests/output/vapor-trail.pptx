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0" y="1352554"/>
            <a:ext cx="7086600" cy="1368822"/>
          </a:xfrm>
        </p:spPr>
        <p:txBody>
          <a:bodyPr anchor="b">
            <a:normAutofit/>
          </a:bodyPr>
          <a:lstStyle>
            <a:lvl1pPr algn="l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2724151"/>
            <a:ext cx="7086600" cy="514350"/>
          </a:xfrm>
        </p:spPr>
        <p:txBody>
          <a:bodyPr>
            <a:normAutofit/>
          </a:bodyPr>
          <a:lstStyle>
            <a:lvl1pPr marL="0" indent="0" algn="l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1" y="3235746"/>
            <a:ext cx="2183130" cy="280982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28700" y="3242884"/>
            <a:ext cx="480060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073150"/>
            <a:ext cx="2057400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724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76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565150"/>
            <a:ext cx="8115299" cy="2101451"/>
          </a:xfrm>
        </p:spPr>
        <p:txBody>
          <a:bodyPr anchor="b">
            <a:normAutofit/>
          </a:bodyPr>
          <a:lstStyle>
            <a:lvl1pPr algn="r"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50" y="2731294"/>
            <a:ext cx="7867650" cy="716756"/>
          </a:xfrm>
        </p:spPr>
        <p:txBody>
          <a:bodyPr>
            <a:normAutofit/>
          </a:bodyPr>
          <a:lstStyle>
            <a:lvl1pPr marL="0" indent="0" algn="r">
              <a:buNone/>
              <a:defRPr sz="16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1"/>
            <a:ext cx="5243619" cy="27304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483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645920"/>
            <a:ext cx="4000500" cy="301809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736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571500"/>
            <a:ext cx="6457950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7" y="1637852"/>
            <a:ext cx="3809993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349500"/>
            <a:ext cx="3983831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0600" y="1637852"/>
            <a:ext cx="3829050" cy="617934"/>
          </a:xfrm>
        </p:spPr>
        <p:txBody>
          <a:bodyPr anchor="b">
            <a:norm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49500"/>
            <a:ext cx="4000500" cy="23145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699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96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838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308610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6686" y="560070"/>
            <a:ext cx="4882964" cy="410394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308610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308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143000"/>
            <a:ext cx="5154930" cy="1200150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95928" y="563431"/>
            <a:ext cx="2733722" cy="410058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343150"/>
            <a:ext cx="5154930" cy="2320864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64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33" y="3523021"/>
            <a:ext cx="8116526" cy="61451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1295" y="706080"/>
            <a:ext cx="8116380" cy="260862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4137537"/>
            <a:ext cx="8115300" cy="526477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77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565150"/>
            <a:ext cx="8115300" cy="2101850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850"/>
            <a:ext cx="7597887" cy="749300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0274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565150"/>
            <a:ext cx="7613650" cy="1953371"/>
          </a:xfrm>
        </p:spPr>
        <p:txBody>
          <a:bodyPr anchor="ctr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2524168"/>
            <a:ext cx="7194552" cy="33333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1" y="2969897"/>
            <a:ext cx="7613650" cy="509903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5750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956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357188" y="70008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8173" y="202596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687385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71" y="843526"/>
            <a:ext cx="7609640" cy="1883876"/>
          </a:xfrm>
        </p:spPr>
        <p:txBody>
          <a:bodyPr anchor="b"/>
          <a:lstStyle>
            <a:lvl1pPr algn="l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50" y="2736237"/>
            <a:ext cx="7608491" cy="749914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860839" y="284163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14350" y="284163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8317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79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51560"/>
            <a:ext cx="2592324" cy="462990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4349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76600" y="165099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275144" y="2178050"/>
            <a:ext cx="2592324" cy="248596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8850" y="1644649"/>
            <a:ext cx="2592324" cy="469901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6038851" y="2178424"/>
            <a:ext cx="2592324" cy="2485599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0807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1" y="571500"/>
            <a:ext cx="6457949" cy="9715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6463" y="3143250"/>
            <a:ext cx="2588687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6463" y="1771650"/>
            <a:ext cx="2588687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6463" y="3655323"/>
            <a:ext cx="2588687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80698" y="3143250"/>
            <a:ext cx="2586701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80697" y="1771650"/>
            <a:ext cx="2586702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80699" y="3655323"/>
            <a:ext cx="2586701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037299" y="3143250"/>
            <a:ext cx="2592352" cy="512074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37391" y="1771650"/>
            <a:ext cx="258590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6037299" y="3655321"/>
            <a:ext cx="2589334" cy="10086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169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1645920"/>
            <a:ext cx="8115300" cy="301809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64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813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6600" y="558800"/>
            <a:ext cx="1543050" cy="2927350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8350" y="558800"/>
            <a:ext cx="6153151" cy="29273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60839" y="284956"/>
            <a:ext cx="2183130" cy="273844"/>
          </a:xfrm>
        </p:spPr>
        <p:txBody>
          <a:bodyPr/>
          <a:lstStyle>
            <a:lvl1pPr algn="r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4350" y="285750"/>
            <a:ext cx="5243619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146839" y="285750"/>
            <a:ext cx="482811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196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573280"/>
            <a:ext cx="6457950" cy="9697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1645920"/>
            <a:ext cx="8115300" cy="301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6520" y="4767263"/>
            <a:ext cx="218313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766884"/>
            <a:ext cx="58293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285750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96221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r" defTabSz="685800" rtl="0" eaLnBrk="1" latinLnBrk="0" hangingPunct="1">
        <a:lnSpc>
          <a:spcPct val="90000"/>
        </a:lnSpc>
        <a:spcBef>
          <a:spcPct val="0"/>
        </a:spcBef>
        <a:buNone/>
        <a:defRPr sz="3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4350" y="2029040"/>
            <a:ext cx="4000500" cy="225185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6383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38300"/>
          <a:ext cx="81153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5100"/>
                <a:gridCol w="2705100"/>
                <a:gridCol w="2705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ondensstreifen">
  <a:themeElements>
    <a:clrScheme name="Kondensstreife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Kondensstreife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densstreife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TM04033937[[fn=Kondensstreifen]]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Kondensstreifen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2026-07-21T15:34:48Z</dcterms:created>
  <dcterms:modified xsi:type="dcterms:W3CDTF">2026-07-21T15:34:48Z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