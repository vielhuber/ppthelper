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4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6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4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6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9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9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3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0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027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87385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8317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8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16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64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6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622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638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ondensstreifen">
  <a:themeElements>
    <a:clrScheme name="Kondensstreife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sstreife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sstreife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TM04033937[[fn=Kondensstreifen]]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Kondensstreifen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2026-05-25T08:28:37Z</dcterms:created>
  <dcterms:modified xsi:type="dcterms:W3CDTF">2026-05-25T08:28:37Z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