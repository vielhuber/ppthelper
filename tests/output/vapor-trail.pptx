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352554"/>
            <a:ext cx="7086600" cy="1368822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724151"/>
            <a:ext cx="7086600" cy="51435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3235746"/>
            <a:ext cx="2183130" cy="280982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3242884"/>
            <a:ext cx="48006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073150"/>
            <a:ext cx="2057400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4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6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65150"/>
            <a:ext cx="8115299" cy="2101451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2731294"/>
            <a:ext cx="7867650" cy="716756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1"/>
            <a:ext cx="5243619" cy="27304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4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45920"/>
            <a:ext cx="4000500" cy="30180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45920"/>
            <a:ext cx="4000500" cy="30180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3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571500"/>
            <a:ext cx="6457950" cy="9715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1637852"/>
            <a:ext cx="3809993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349500"/>
            <a:ext cx="3983831" cy="23145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37852"/>
            <a:ext cx="3829050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49500"/>
            <a:ext cx="4000500" cy="23145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9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9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3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308610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560070"/>
            <a:ext cx="4882964" cy="410394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308610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08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515493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563431"/>
            <a:ext cx="2733722" cy="410058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515493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64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3523021"/>
            <a:ext cx="8116526" cy="61451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706080"/>
            <a:ext cx="8116380" cy="260862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4137537"/>
            <a:ext cx="8115300" cy="526477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7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210185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850"/>
            <a:ext cx="7597887" cy="749300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27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565150"/>
            <a:ext cx="7613650" cy="1953371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2524168"/>
            <a:ext cx="7194552" cy="3333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2969897"/>
            <a:ext cx="7613650" cy="50990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57188" y="70008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02596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8738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843526"/>
            <a:ext cx="7609640" cy="188387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237"/>
            <a:ext cx="7608491" cy="74991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4163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163"/>
            <a:ext cx="524361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1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79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51560"/>
            <a:ext cx="2592324" cy="46299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165099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178050"/>
            <a:ext cx="2592324" cy="24859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164464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80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15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3143250"/>
            <a:ext cx="2588687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1771650"/>
            <a:ext cx="258868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3655323"/>
            <a:ext cx="2588687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3143250"/>
            <a:ext cx="2586701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1771650"/>
            <a:ext cx="2586702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3655323"/>
            <a:ext cx="2586701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3143250"/>
            <a:ext cx="2592352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1771650"/>
            <a:ext cx="258590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3655321"/>
            <a:ext cx="2589334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16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1645920"/>
            <a:ext cx="8115300" cy="301809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64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558800"/>
            <a:ext cx="1543050" cy="292735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558800"/>
            <a:ext cx="6153151" cy="29273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4956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0"/>
            <a:ext cx="524361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96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1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45920"/>
            <a:ext cx="8115300" cy="301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622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4350" y="2029040"/>
            <a:ext cx="4000500" cy="225185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638300"/>
          <a:ext cx="81153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9150" y="2029040"/>
            <a:ext cx="4000500" cy="225185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638300"/>
          <a:ext cx="81153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/>
                <a:gridCol w="2705100"/>
                <a:gridCol w="2705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4350" y="2029040"/>
            <a:ext cx="4000500" cy="225185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638300"/>
            <a:ext cx="44450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638300"/>
          <a:ext cx="8115300" cy="300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/>
                <a:gridCol w="2705100"/>
                <a:gridCol w="2705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Kondensstreifen">
  <a:themeElements>
    <a:clrScheme name="Kondensstreife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Kondensstreife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densstreife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TM04033937[[fn=Kondensstreifen]]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Kondensstreifen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2026-07-28T09:00:05Z</dcterms:created>
  <dcterms:modified xsi:type="dcterms:W3CDTF">2026-07-28T09:00:05Z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