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bg>
      <p:bgPr>
        <a:solidFill>
          <a:schemeClr val="bg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5400" baseline="0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6404" y="3600450"/>
            <a:ext cx="7063740" cy="1268730"/>
          </a:xfrm>
        </p:spPr>
        <p:txBody>
          <a:bodyPr>
            <a:normAutofit/>
          </a:bodyPr>
          <a:lstStyle>
            <a:lvl1pPr marL="0" indent="0" algn="l">
              <a:buNone/>
              <a:defRPr sz="1650" baseline="0">
                <a:solidFill>
                  <a:schemeClr val="tx1">
                    <a:lumMod val="75000"/>
                  </a:schemeClr>
                </a:solidFill>
              </a:defRPr>
            </a:lvl1pPr>
            <a:lvl2pPr marL="342900" indent="0" algn="ctr">
              <a:buNone/>
              <a:defRPr sz="1650"/>
            </a:lvl2pPr>
            <a:lvl3pPr marL="685800" indent="0" algn="ctr">
              <a:buNone/>
              <a:defRPr sz="165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5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6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9972294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157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6404" y="569214"/>
            <a:ext cx="7063740" cy="3031236"/>
          </a:xfrm>
        </p:spPr>
        <p:txBody>
          <a:bodyPr anchor="b">
            <a:normAutofit/>
          </a:bodyPr>
          <a:lstStyle>
            <a:lvl1pPr>
              <a:lnSpc>
                <a:spcPct val="85000"/>
              </a:lnSpc>
              <a:defRPr sz="54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3600450"/>
            <a:ext cx="7063740" cy="1268730"/>
          </a:xfrm>
        </p:spPr>
        <p:txBody>
          <a:bodyPr anchor="t">
            <a:normAutofit/>
          </a:bodyPr>
          <a:lstStyle>
            <a:lvl1pPr marL="0" indent="0">
              <a:buNone/>
              <a:defRPr sz="16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429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24162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6404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94860" y="1371600"/>
            <a:ext cx="3360420" cy="3263503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5017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1500" b="0">
                <a:solidFill>
                  <a:schemeClr val="tx2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6404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94860" y="1285241"/>
            <a:ext cx="3360420" cy="548640"/>
          </a:xfrm>
        </p:spPr>
        <p:txBody>
          <a:bodyPr anchor="b">
            <a:normAutofit/>
          </a:bodyPr>
          <a:lstStyle>
            <a:lvl1pPr marL="0" indent="0">
              <a:lnSpc>
                <a:spcPct val="95000"/>
              </a:lnSpc>
              <a:spcBef>
                <a:spcPts val="0"/>
              </a:spcBef>
              <a:buNone/>
              <a:defRPr lang="en-US" sz="1500" b="0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marL="0" lvl="0" indent="0" algn="l" defTabSz="685800" rtl="0" eaLnBrk="1" latinLnBrk="0" hangingPunct="1">
              <a:lnSpc>
                <a:spcPct val="90000"/>
              </a:lnSpc>
              <a:spcBef>
                <a:spcPts val="1500"/>
              </a:spcBef>
              <a:buFontTx/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94860" y="1880662"/>
            <a:ext cx="3360420" cy="2748488"/>
          </a:xfrm>
        </p:spPr>
        <p:txBody>
          <a:bodyPr/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9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7596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828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30936" y="342900"/>
            <a:ext cx="2400300" cy="1200148"/>
          </a:xfrm>
        </p:spPr>
        <p:txBody>
          <a:bodyPr anchor="b">
            <a:normAutofit/>
          </a:bodyPr>
          <a:lstStyle>
            <a:lvl1pPr>
              <a:defRPr sz="2400" b="0" baseline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78200" y="514350"/>
            <a:ext cx="4559300" cy="4114800"/>
          </a:xfrm>
        </p:spPr>
        <p:txBody>
          <a:bodyPr/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936" y="1574801"/>
            <a:ext cx="2400300" cy="2857501"/>
          </a:xfrm>
        </p:spPr>
        <p:txBody>
          <a:bodyPr>
            <a:normAutofit/>
          </a:bodyPr>
          <a:lstStyle>
            <a:lvl1pPr marL="0" indent="0">
              <a:lnSpc>
                <a:spcPct val="114000"/>
              </a:lnSpc>
              <a:spcBef>
                <a:spcPts val="600"/>
              </a:spcBef>
              <a:buNone/>
              <a:defRPr sz="975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2544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3829050"/>
            <a:ext cx="8469630" cy="13144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3943350"/>
            <a:ext cx="7486650" cy="685800"/>
          </a:xfrm>
        </p:spPr>
        <p:txBody>
          <a:bodyPr anchor="b">
            <a:normAutofit/>
          </a:bodyPr>
          <a:lstStyle>
            <a:lvl1pPr>
              <a:defRPr sz="2100" b="0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1"/>
            <a:ext cx="8469630" cy="3846692"/>
          </a:xfrm>
          <a:solidFill>
            <a:schemeClr val="accent1"/>
          </a:solidFill>
        </p:spPr>
        <p:txBody>
          <a:bodyPr anchor="t"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4581442"/>
            <a:ext cx="7486650" cy="447758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975">
                <a:solidFill>
                  <a:schemeClr val="bg1">
                    <a:lumMod val="85000"/>
                  </a:schemeClr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0442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4999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6525" y="285750"/>
            <a:ext cx="1857375" cy="4423172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1500" y="285750"/>
            <a:ext cx="5800725" cy="442317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701113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8469630" y="0"/>
            <a:ext cx="685800" cy="51435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6404" y="274320"/>
            <a:ext cx="7269480" cy="9941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6404" y="1371600"/>
            <a:ext cx="6446520" cy="32635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8098157" y="748903"/>
            <a:ext cx="1428749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 b="0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469506" y="3034903"/>
            <a:ext cx="26860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2">
                    <a:lumMod val="20000"/>
                    <a:lumOff val="8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69630" y="4629150"/>
            <a:ext cx="685800" cy="445294"/>
          </a:xfrm>
          <a:prstGeom prst="rect">
            <a:avLst/>
          </a:prstGeom>
        </p:spPr>
        <p:txBody>
          <a:bodyPr vert="horz" lIns="45720" tIns="45720" rIns="45720" bIns="45720" rtlCol="0" anchor="ctr">
            <a:normAutofit/>
          </a:bodyPr>
          <a:lstStyle>
            <a:lvl1pPr algn="ctr">
              <a:defRPr sz="27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6212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 spc="-38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7160" indent="-137160" algn="l" defTabSz="685800" rtl="0" eaLnBrk="1" latinLnBrk="0" hangingPunct="1">
        <a:lnSpc>
          <a:spcPct val="95000"/>
        </a:lnSpc>
        <a:spcBef>
          <a:spcPts val="1050"/>
        </a:spcBef>
        <a:spcAft>
          <a:spcPts val="150"/>
        </a:spcAft>
        <a:buClr>
          <a:schemeClr val="accent1"/>
        </a:buClr>
        <a:buSzPct val="80000"/>
        <a:buFont typeface="Arial" pitchFamily="34" charset="0"/>
        <a:buChar char="•"/>
        <a:defRPr sz="1350" kern="1200" spc="8" baseline="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2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54864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75438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960120" indent="-13716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0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42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650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875000" indent="-171450" algn="l" defTabSz="685800" rtl="0" eaLnBrk="1" latinLnBrk="0" hangingPunct="1">
        <a:lnSpc>
          <a:spcPct val="90000"/>
        </a:lnSpc>
        <a:spcBef>
          <a:spcPts val="225"/>
        </a:spcBef>
        <a:spcAft>
          <a:spcPts val="225"/>
        </a:spcAft>
        <a:buClr>
          <a:schemeClr val="accent1"/>
        </a:buClr>
        <a:buFont typeface="Wingdings 2" pitchFamily="18" charset="2"/>
        <a:buChar char=""/>
        <a:defRPr sz="10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6404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94860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46404" y="2057573"/>
            <a:ext cx="3360420" cy="1891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727200" y="13716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939800" y="1371600"/>
          <a:ext cx="64389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6300"/>
                <a:gridCol w="2146300"/>
                <a:gridCol w="2146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Aussicht">
  <a:themeElements>
    <a:clrScheme name="Aussicht">
      <a:dk1>
        <a:srgbClr val="000000"/>
      </a:dk1>
      <a:lt1>
        <a:srgbClr val="FFFFFF"/>
      </a:lt1>
      <a:dk2>
        <a:srgbClr val="46464A"/>
      </a:dk2>
      <a:lt2>
        <a:srgbClr val="D6D3CC"/>
      </a:lt2>
      <a:accent1>
        <a:srgbClr val="6F6F74"/>
      </a:accent1>
      <a:accent2>
        <a:srgbClr val="92A9B9"/>
      </a:accent2>
      <a:accent3>
        <a:srgbClr val="A7B789"/>
      </a:accent3>
      <a:accent4>
        <a:srgbClr val="B9A489"/>
      </a:accent4>
      <a:accent5>
        <a:srgbClr val="8D6374"/>
      </a:accent5>
      <a:accent6>
        <a:srgbClr val="9B7362"/>
      </a:accent6>
      <a:hlink>
        <a:srgbClr val="67AABF"/>
      </a:hlink>
      <a:folHlink>
        <a:srgbClr val="ABAFA5"/>
      </a:folHlink>
    </a:clrScheme>
    <a:fontScheme name="Aussicht">
      <a:maj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Schoolbook" panose="0204060405050502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Aussicht">
      <a:fillStyleLst>
        <a:solidFill>
          <a:schemeClr val="phClr"/>
        </a:solidFill>
        <a:solidFill>
          <a:schemeClr val="phClr">
            <a:tint val="60000"/>
            <a:satMod val="120000"/>
          </a:schemeClr>
        </a:solidFill>
        <a:solidFill>
          <a:schemeClr val="phClr">
            <a:shade val="75000"/>
            <a:satMod val="16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3970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95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5240" dir="5400000" algn="tl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9525" prstMaterial="flat">
            <a:bevelT w="0" h="0" prst="coolSlant"/>
            <a:contourClr>
              <a:schemeClr val="phClr">
                <a:shade val="35000"/>
                <a:satMod val="130000"/>
              </a:schemeClr>
            </a:contourClr>
          </a:sp3d>
        </a:effectStyle>
        <a:effectStyle>
          <a:effectLst>
            <a:outerShdw blurRad="76200" dist="25400" dir="5400000" algn="tl" rotWithShape="0">
              <a:srgbClr val="000000">
                <a:alpha val="5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contourW="19050" prstMaterial="flat">
            <a:bevelT w="0" h="0" prst="coolSlant"/>
            <a:contourClr>
              <a:schemeClr val="phClr">
                <a:shade val="25000"/>
                <a:satMod val="14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4000"/>
                <a:shade val="98000"/>
                <a:satMod val="130000"/>
                <a:lumMod val="102000"/>
              </a:schemeClr>
            </a:gs>
            <a:gs pos="100000">
              <a:schemeClr val="phClr">
                <a:tint val="98000"/>
                <a:shade val="78000"/>
                <a:satMod val="140000"/>
              </a:schemeClr>
            </a:gs>
          </a:gsLst>
          <a:path path="circle">
            <a:fillToRect l="100000" t="10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iew" id="{BA0EB5A6-F2D4-4F82-977B-64ADEE4A2A69}" vid="{3969A8A2-35DB-4E3B-8885-16FD2056867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Aussicht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6" baseType="lpstr">
      <vt:lpstr>Arial</vt:lpstr>
      <vt:lpstr>Calibri</vt:lpstr>
      <vt:lpstr>Century Schoolbook</vt:lpstr>
      <vt:lpstr>Wingdings 2</vt:lpstr>
      <vt:lpstr>Aussicht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2026-07-21T15:34:48Z</dcterms:created>
  <dcterms:modified xsi:type="dcterms:W3CDTF">2026-07-21T15:34:48Z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