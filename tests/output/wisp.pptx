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972294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57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24162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017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9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759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28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254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44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99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70111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621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6404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94860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6404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27200" y="13716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icht">
  <a:themeElements>
    <a:clrScheme name="Aussicht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Aussicht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sicht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Aussicht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Schoolbook</vt:lpstr>
      <vt:lpstr>Wingdings 2</vt:lpstr>
      <vt:lpstr>Aussicht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2026-05-25T08:28:38Z</dcterms:created>
  <dcterms:modified xsi:type="dcterms:W3CDTF">2026-05-25T08:28:38Z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