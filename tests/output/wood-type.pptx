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0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3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82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8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40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6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742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2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media/image3.png" Type="http://schemas.openxmlformats.org/officeDocument/2006/relationships/imag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media/hdphoto1.wdp" Type="http://schemas.microsoft.com/office/2007/relationships/hdphoto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1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3168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5875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olzart">
  <a:themeElements>
    <a:clrScheme name="Holzar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olzart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Holzart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Holzart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Rockwell</vt:lpstr>
      <vt:lpstr>Rockwell Condensed</vt:lpstr>
      <vt:lpstr>Wingdings</vt:lpstr>
      <vt:lpstr>Holzart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2026-05-25T19:48:15Z</dcterms:created>
  <dcterms:modified xsi:type="dcterms:W3CDTF">2026-05-25T19:48:15Z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