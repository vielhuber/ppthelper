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690626" y="1010210"/>
            <a:ext cx="7667244" cy="60512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690626" y="3224773"/>
            <a:ext cx="7667244" cy="60512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690626" y="1113584"/>
            <a:ext cx="7667244" cy="20574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0" name="Group 9"/>
          <p:cNvGrpSpPr/>
          <p:nvPr/>
        </p:nvGrpSpPr>
        <p:grpSpPr>
          <a:xfrm>
            <a:off x="7236911" y="3051692"/>
            <a:ext cx="810678" cy="810677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8670" y="1074167"/>
            <a:ext cx="7475220" cy="2276856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72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2386" y="3291840"/>
            <a:ext cx="5918454" cy="802386"/>
          </a:xfrm>
        </p:spPr>
        <p:txBody>
          <a:bodyPr>
            <a:normAutofit/>
          </a:bodyPr>
          <a:lstStyle>
            <a:lvl1pPr marL="0" indent="0" algn="l">
              <a:buNone/>
              <a:defRPr sz="1650">
                <a:solidFill>
                  <a:schemeClr val="tx1"/>
                </a:solidFill>
              </a:defRPr>
            </a:lvl1pPr>
            <a:lvl2pPr marL="342900" indent="0" algn="ctr">
              <a:buNone/>
              <a:defRPr sz="1650"/>
            </a:lvl2pPr>
            <a:lvl3pPr marL="685800" indent="0" algn="ctr">
              <a:buNone/>
              <a:defRPr sz="165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194550" y="3217001"/>
            <a:ext cx="895401" cy="480060"/>
          </a:xfrm>
        </p:spPr>
        <p:txBody>
          <a:bodyPr/>
          <a:lstStyle>
            <a:lvl1pPr>
              <a:defRPr sz="2100"/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540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3389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688492"/>
            <a:ext cx="9144000" cy="1455008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346" y="918972"/>
            <a:ext cx="6960870" cy="264033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60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4331" y="3765042"/>
            <a:ext cx="6789420" cy="800100"/>
          </a:xfrm>
        </p:spPr>
        <p:txBody>
          <a:bodyPr anchor="t">
            <a:normAutofit/>
          </a:bodyPr>
          <a:lstStyle>
            <a:lvl1pPr marL="0" indent="0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5251" y="4704588"/>
            <a:ext cx="1983232" cy="273844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37031" y="4704588"/>
            <a:ext cx="4745736" cy="273844"/>
          </a:xfrm>
        </p:spPr>
        <p:txBody>
          <a:bodyPr/>
          <a:lstStyle/>
          <a:p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673049" y="1744386"/>
            <a:ext cx="810678" cy="810677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32776" y="1879600"/>
            <a:ext cx="891224" cy="540249"/>
          </a:xfrm>
        </p:spPr>
        <p:txBody>
          <a:bodyPr/>
          <a:lstStyle>
            <a:lvl1pPr>
              <a:defRPr sz="2100"/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984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02386" y="1645920"/>
            <a:ext cx="3566160" cy="298323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73168" y="1645920"/>
            <a:ext cx="3566160" cy="298323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46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0100" y="1536192"/>
            <a:ext cx="3566160" cy="480060"/>
          </a:xfrm>
        </p:spPr>
        <p:txBody>
          <a:bodyPr anchor="ctr">
            <a:normAutofit/>
          </a:bodyPr>
          <a:lstStyle>
            <a:lvl1pPr marL="0" indent="0">
              <a:buNone/>
              <a:defRPr sz="1500" b="1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02386" y="2057400"/>
            <a:ext cx="3566160" cy="246888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73168" y="1536192"/>
            <a:ext cx="3566160" cy="480060"/>
          </a:xfrm>
        </p:spPr>
        <p:txBody>
          <a:bodyPr anchor="ctr">
            <a:normAutofit/>
          </a:bodyPr>
          <a:lstStyle>
            <a:lvl1pPr marL="0" indent="0">
              <a:buNone/>
              <a:defRPr sz="1500" b="1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73168" y="2057400"/>
            <a:ext cx="3566160" cy="246888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882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418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3164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227806" y="1"/>
            <a:ext cx="2916194" cy="51434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514350"/>
            <a:ext cx="2400300" cy="1303020"/>
          </a:xfrm>
        </p:spPr>
        <p:txBody>
          <a:bodyPr anchor="b">
            <a:normAutofit/>
          </a:bodyPr>
          <a:lstStyle>
            <a:lvl1pPr>
              <a:defRPr sz="2400" b="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514350"/>
            <a:ext cx="5033772" cy="3765042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1817370"/>
            <a:ext cx="2400300" cy="246888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buNone/>
              <a:defRPr sz="1050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9409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6227806" y="1"/>
            <a:ext cx="2916194" cy="51434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514350"/>
            <a:ext cx="2400300" cy="1303020"/>
          </a:xfrm>
        </p:spPr>
        <p:txBody>
          <a:bodyPr anchor="b">
            <a:normAutofit/>
          </a:bodyPr>
          <a:lstStyle>
            <a:lvl1pPr>
              <a:defRPr sz="2400" b="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6227805" cy="51435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1817370"/>
            <a:ext cx="2400300" cy="246888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buNone/>
              <a:defRPr sz="1050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9674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4274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00050"/>
            <a:ext cx="1914525" cy="422910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0100" y="400050"/>
            <a:ext cx="5629275" cy="422910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57426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media/image2.png" Type="http://schemas.openxmlformats.org/officeDocument/2006/relationships/imag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media/image3.png" Type="http://schemas.openxmlformats.org/officeDocument/2006/relationships/image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media/hdphoto1.wdp" Type="http://schemas.microsoft.com/office/2007/relationships/hdphoto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02386" y="363474"/>
            <a:ext cx="7543800" cy="12070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2386" y="1591056"/>
            <a:ext cx="7543800" cy="30380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73318" y="4704588"/>
            <a:ext cx="245516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5"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16102" y="4704588"/>
            <a:ext cx="4745736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4704588"/>
            <a:ext cx="48006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rgbClr val="FFFFFF"/>
                </a:solidFill>
                <a:latin typeface="+mj-lt"/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813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405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0000"/>
        </a:lnSpc>
        <a:spcBef>
          <a:spcPts val="9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2386" y="2133851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00100" y="1587500"/>
          <a:ext cx="7543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600"/>
                <a:gridCol w="1879600"/>
                <a:gridCol w="1879600"/>
                <a:gridCol w="1879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73168" y="2133851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00100" y="1587500"/>
          <a:ext cx="7543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2386" y="2133851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587500"/>
            <a:ext cx="4495800" cy="252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00100" y="1587500"/>
          <a:ext cx="7543800" cy="3035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Holzart">
  <a:themeElements>
    <a:clrScheme name="Holzart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Holzart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Holzart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Holzart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Calibri</vt:lpstr>
      <vt:lpstr>Rockwell</vt:lpstr>
      <vt:lpstr>Rockwell Condensed</vt:lpstr>
      <vt:lpstr>Wingdings</vt:lpstr>
      <vt:lpstr>Holzart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2026-05-25T08:28:38Z</dcterms:created>
  <dcterms:modified xsi:type="dcterms:W3CDTF">2026-05-25T08:28:38Z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