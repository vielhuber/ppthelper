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90626" y="1010210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90626" y="3224773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690626" y="1113584"/>
            <a:ext cx="7667244" cy="20574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7236911" y="3051692"/>
            <a:ext cx="810678" cy="810677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074167"/>
            <a:ext cx="7475220" cy="2276856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72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3291840"/>
            <a:ext cx="5918454" cy="802386"/>
          </a:xfrm>
        </p:spPr>
        <p:txBody>
          <a:bodyPr>
            <a:normAutofit/>
          </a:bodyPr>
          <a:lstStyle>
            <a:lvl1pPr marL="0" indent="0" algn="l">
              <a:buNone/>
              <a:defRPr sz="1650">
                <a:solidFill>
                  <a:schemeClr val="tx1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194550" y="3217001"/>
            <a:ext cx="895401" cy="480060"/>
          </a:xfrm>
        </p:spPr>
        <p:txBody>
          <a:bodyPr/>
          <a:lstStyle>
            <a:lvl1pPr>
              <a:defRPr sz="2100"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40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338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88492"/>
            <a:ext cx="9144000" cy="1455008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918972"/>
            <a:ext cx="6960870" cy="264033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1" y="3765042"/>
            <a:ext cx="6789420" cy="800100"/>
          </a:xfrm>
        </p:spPr>
        <p:txBody>
          <a:bodyPr anchor="t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4704588"/>
            <a:ext cx="1983232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7031" y="4704588"/>
            <a:ext cx="4745736" cy="273844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673049" y="1744386"/>
            <a:ext cx="810678" cy="810677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2776" y="1879600"/>
            <a:ext cx="891224" cy="540249"/>
          </a:xfrm>
        </p:spPr>
        <p:txBody>
          <a:bodyPr/>
          <a:lstStyle>
            <a:lvl1pPr>
              <a:defRPr sz="2100"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8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2386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73168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73168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73168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882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18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316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514350"/>
            <a:ext cx="5033772" cy="3765042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409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51435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967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427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00050"/>
            <a:ext cx="1914525" cy="42291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400050"/>
            <a:ext cx="5629275" cy="42291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57426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media/image2.png" Type="http://schemas.openxmlformats.org/officeDocument/2006/relationships/imag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media/image3.png" Type="http://schemas.openxmlformats.org/officeDocument/2006/relationships/image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media/hdphoto1.wdp" Type="http://schemas.microsoft.com/office/2007/relationships/hdphoto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813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2386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73168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2386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587500"/>
            <a:ext cx="44958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Holzart">
  <a:themeElements>
    <a:clrScheme name="Holzar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Holzart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Holzart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Holzart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Calibri</vt:lpstr>
      <vt:lpstr>Rockwell</vt:lpstr>
      <vt:lpstr>Rockwell Condensed</vt:lpstr>
      <vt:lpstr>Wingdings</vt:lpstr>
      <vt:lpstr>Holzart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2026-07-28T09:00:07Z</dcterms:created>
  <dcterms:modified xsi:type="dcterms:W3CDTF">2026-07-28T09:00:07Z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