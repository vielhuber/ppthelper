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4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3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82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1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1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40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6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2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7426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2.pn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media/image3.png" Type="http://schemas.openxmlformats.org/officeDocument/2006/relationships/image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media/hdphoto1.wdp" Type="http://schemas.microsoft.com/office/2007/relationships/hdphoto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13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2386" y="2133851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00100" y="1587500"/>
          <a:ext cx="7543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/>
                <a:gridCol w="1879600"/>
                <a:gridCol w="1879600"/>
                <a:gridCol w="187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73168" y="2133851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00100" y="1587500"/>
          <a:ext cx="75438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2386" y="2133851"/>
            <a:ext cx="3566160" cy="2007367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587500"/>
            <a:ext cx="44958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00100" y="1587500"/>
          <a:ext cx="75438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lzart">
  <a:themeElements>
    <a:clrScheme name="Holzar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Holzart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Holzart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Holzart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Calibri</vt:lpstr>
      <vt:lpstr>Rockwell</vt:lpstr>
      <vt:lpstr>Rockwell Condensed</vt:lpstr>
      <vt:lpstr>Wingdings</vt:lpstr>
      <vt:lpstr>Holzart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2026-05-23T07:47:04Z</dcterms:created>
  <dcterms:modified xsi:type="dcterms:W3CDTF">2026-05-23T07:47:04Z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