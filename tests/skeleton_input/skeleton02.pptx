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0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2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9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1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0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0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78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2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2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1020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16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3984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48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0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6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2026-05-23T04:40:43Z</dcterms:modified>
</cp:coreProperties>
</file>