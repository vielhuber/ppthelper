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6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32" d="100"/>
          <a:sy n="132" d="100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216" y="1085850"/>
            <a:ext cx="6619244" cy="2497186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216" y="3583035"/>
            <a:ext cx="6619244" cy="646065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69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0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2146300"/>
            <a:ext cx="6619243" cy="143673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663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485" y="1545432"/>
            <a:ext cx="3297254" cy="3146822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0870" y="1542069"/>
            <a:ext cx="3297256" cy="315018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5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5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485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0872" y="1428750"/>
            <a:ext cx="329725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0872" y="1885950"/>
            <a:ext cx="3297254" cy="2806304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17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798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1085850"/>
            <a:ext cx="2550798" cy="1085850"/>
          </a:xfrm>
        </p:spPr>
        <p:txBody>
          <a:bodyPr anchor="b"/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8462" y="1085850"/>
            <a:ext cx="3896998" cy="34290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5" y="2346961"/>
            <a:ext cx="2550797" cy="217169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213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430" y="1390644"/>
            <a:ext cx="3819680" cy="1181106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2160" y="857250"/>
            <a:ext cx="2400300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3813734" cy="1028700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50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7" y="3600440"/>
            <a:ext cx="6619243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216" y="514350"/>
            <a:ext cx="6619244" cy="27305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7" y="4025494"/>
            <a:ext cx="6619242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0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1085850"/>
            <a:ext cx="6619244" cy="1485900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2743200"/>
            <a:ext cx="6619244" cy="177165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955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101" y="1085850"/>
            <a:ext cx="5999486" cy="1742531"/>
          </a:xfrm>
        </p:spPr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7800" y="2828380"/>
            <a:ext cx="5459737" cy="2566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05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216" y="3262993"/>
            <a:ext cx="6619244" cy="1257300"/>
          </a:xfrm>
        </p:spPr>
        <p:txBody>
          <a:bodyPr anchor="ctr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721" y="728440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7868" y="1960341"/>
            <a:ext cx="601434" cy="1500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915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0790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6" y="2343151"/>
            <a:ext cx="6619245" cy="1239885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16" y="3583036"/>
            <a:ext cx="6619244" cy="645300"/>
          </a:xfrm>
        </p:spPr>
        <p:txBody>
          <a:bodyPr anchor="t"/>
          <a:lstStyle>
            <a:lvl1pPr marL="0" indent="0" algn="l">
              <a:buNone/>
              <a:defRPr sz="15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60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10" y="1485900"/>
            <a:ext cx="221015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347" y="2000250"/>
            <a:ext cx="2195513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2745" y="1485900"/>
            <a:ext cx="220218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4829" y="2000250"/>
            <a:ext cx="2210096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1485900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3525" y="2000250"/>
            <a:ext cx="2199085" cy="269200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649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1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347" y="3188212"/>
            <a:ext cx="2205038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347" y="1657350"/>
            <a:ext cx="2205038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347" y="3620409"/>
            <a:ext cx="220503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032" y="3188212"/>
            <a:ext cx="219789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031" y="1657350"/>
            <a:ext cx="2197894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016" y="3620408"/>
            <a:ext cx="2200805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3525" y="3188212"/>
            <a:ext cx="2199085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3525" y="1657350"/>
            <a:ext cx="2199085" cy="1143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3432" y="3620406"/>
            <a:ext cx="2201998" cy="49439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4607" y="1600200"/>
            <a:ext cx="0" cy="29718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1670" y="1600200"/>
            <a:ext cx="0" cy="297516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60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4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8159" y="322660"/>
            <a:ext cx="1314451" cy="4369594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348" y="665561"/>
            <a:ext cx="5567362" cy="402669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82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002264"/>
            <a:ext cx="3027759" cy="31412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169261"/>
            <a:ext cx="1141809" cy="17740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6456759" y="1257300"/>
            <a:ext cx="2114550" cy="211455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60" y="1"/>
            <a:ext cx="1202540" cy="85605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4572000"/>
            <a:ext cx="745301" cy="571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828359" y="0"/>
            <a:ext cx="514350" cy="857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584" y="339538"/>
            <a:ext cx="7053542" cy="105039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484" y="1539689"/>
            <a:ext cx="6709906" cy="3146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616730" y="1343026"/>
            <a:ext cx="742949" cy="2285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713680" y="2418973"/>
            <a:ext cx="2894846" cy="2286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25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4406" y="221797"/>
            <a:ext cx="628649" cy="5757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1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99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315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5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5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2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187950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05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C0A7E9-B6AE-AB2C-FD2B-57C786D08A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2B6ECBA-43DB-0EE6-4381-FA81E0A7F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45112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3</vt:lpstr>
      <vt:lpstr>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David Vielhuber</cp:lastModifiedBy>
  <cp:revision>7</cp:revision>
  <dcterms:created xsi:type="dcterms:W3CDTF">2017-06-05T14:10:58Z</dcterms:created>
  <dcterms:modified xsi:type="dcterms:W3CDTF">2026-05-23T04:41:38Z</dcterms:modified>
</cp:coreProperties>
</file>