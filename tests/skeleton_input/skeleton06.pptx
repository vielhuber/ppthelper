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89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789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91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272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25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44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026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marL="0" lvl="0" indent="0" algn="ctr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3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93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11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1"/>
            <a:ext cx="489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26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814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75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092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68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27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61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-Sitzungssaal">
  <a:themeElements>
    <a:clrScheme name="Ion-Sitzungssaal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-Sitzungssaal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-Sitzungssaal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Century Gothic</vt:lpstr>
      <vt:lpstr>Wingdings 3</vt:lpstr>
      <vt:lpstr>Ion-Sitzungssaal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2026-05-23T04:41:48Z</dcterms:modified>
</cp:coreProperties>
</file>