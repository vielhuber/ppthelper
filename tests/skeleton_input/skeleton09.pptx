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6" r:id="rId1"/>
  </p:sldMasterIdLst>
  <p:notesMasterIdLst>
    <p:notesMasterId r:id="rId3"/>
  </p:notesMasterIdLst>
  <p:sldIdLst>
    <p:sldId id="256" r:id="rId2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3" autoAdjust="0"/>
    <p:restoredTop sz="94694" autoAdjust="0"/>
  </p:normalViewPr>
  <p:slideViewPr>
    <p:cSldViewPr snapToGrid="0" snapToObjects="1">
      <p:cViewPr varScale="1">
        <p:scale>
          <a:sx n="132" d="100"/>
          <a:sy n="132" d="100"/>
        </p:scale>
        <p:origin x="126" y="26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56675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65124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74906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19923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78518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57501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80115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4087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44631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55160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60643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9319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EC0A7E9-B6AE-AB2C-FD2B-57C786D08A2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B2B6ECBA-43DB-0EE6-4381-FA81E0A7F28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545112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– 2022-Design">
  <a:themeElements>
    <a:clrScheme name="Office 2013 – 2022-Design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– 2022-Design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– 2022-Design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0</TotalTime>
  <Words>0</Words>
  <Application>Microsoft Office PowerPoint</Application>
  <PresentationFormat>Bildschirmpräsentation (16:9)</PresentationFormat>
  <Paragraphs>0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2013 – 2022-Design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Jesse Rosenthal</dc:creator>
  <cp:lastModifiedBy>David Vielhuber</cp:lastModifiedBy>
  <cp:revision>7</cp:revision>
  <dcterms:created xsi:type="dcterms:W3CDTF">2017-06-05T14:10:58Z</dcterms:created>
  <dcterms:modified xsi:type="dcterms:W3CDTF">2026-05-23T04:42:23Z</dcterms:modified>
</cp:coreProperties>
</file>