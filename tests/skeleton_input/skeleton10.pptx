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14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1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85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6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83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57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3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73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8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414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533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85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538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112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937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5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2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sch">
  <a:themeElements>
    <a:clrScheme name="Organisch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sch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sc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Organisch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2026-05-23T04:42:34Z</dcterms:modified>
</cp:coreProperties>
</file>