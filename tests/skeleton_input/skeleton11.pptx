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02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9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62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5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1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9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1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8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5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4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9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Rückblick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2026-05-23T04:42:42Z</dcterms:modified>
</cp:coreProperties>
</file>