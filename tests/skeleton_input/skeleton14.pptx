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341340"/>
            <a:ext cx="6270922" cy="1573670"/>
          </a:xfrm>
        </p:spPr>
        <p:txBody>
          <a:bodyPr anchor="b">
            <a:noAutofit/>
          </a:bodyPr>
          <a:lstStyle>
            <a:lvl1pPr algn="ct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2967210"/>
            <a:ext cx="5123755" cy="814678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4840039"/>
            <a:ext cx="1205958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4840039"/>
            <a:ext cx="5267533" cy="303461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64644" y="558352"/>
            <a:ext cx="8005588" cy="4012253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97754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0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28556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4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51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9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5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7063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985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90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2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7992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Ausschnitt">
  <a:themeElements>
    <a:clrScheme name="Ausschnitt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Ausschnitt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Franklin Gothic Book</vt:lpstr>
      <vt:lpstr>Ausschnitt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2026-05-23T04:43:03Z</dcterms:modified>
</cp:coreProperties>
</file>