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6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66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8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9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7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256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Gill Sans MT</vt:lpstr>
      <vt:lpstr>Wingdings 2</vt:lpstr>
      <vt:lpstr>Dividende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2026-05-23T04:43:41Z</dcterms:modified>
</cp:coreProperties>
</file>