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4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3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8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1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4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6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2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74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1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lzart">
  <a:themeElements>
    <a:clrScheme name="Holzar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Holzart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olzart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Holzart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Rockwell</vt:lpstr>
      <vt:lpstr>Rockwell Condensed</vt:lpstr>
      <vt:lpstr>Wingdings</vt:lpstr>
      <vt:lpstr>Holzart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2026-05-23T04:44:09Z</dcterms:modified>
</cp:coreProperties>
</file>