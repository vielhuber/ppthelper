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8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8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3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6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4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7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7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32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67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18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52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85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32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360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tz">
  <a:themeElements>
    <a:clrScheme name="Netz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Netz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Netz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Netz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Netz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2026-05-23T04:44:32Z</dcterms:modified>
</cp:coreProperties>
</file>