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9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4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56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0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3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5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9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ket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ke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e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Paket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MT</vt:lpstr>
      <vt:lpstr>Paket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2026-05-23T04:44:39Z</dcterms:modified>
</cp:coreProperties>
</file>