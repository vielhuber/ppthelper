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327155"/>
            <a:ext cx="7080026" cy="1371601"/>
          </a:xfrm>
        </p:spPr>
        <p:txBody>
          <a:bodyPr anchor="b">
            <a:normAutofit/>
          </a:bodyPr>
          <a:lstStyle>
            <a:lvl1pPr algn="ctr"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2698755"/>
            <a:ext cx="7080026" cy="787400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14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66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320801"/>
            <a:ext cx="7192913" cy="1371610"/>
          </a:xfrm>
        </p:spPr>
        <p:txBody>
          <a:bodyPr anchor="b"/>
          <a:lstStyle>
            <a:lvl1pPr algn="ctr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2692409"/>
            <a:ext cx="7192913" cy="1130291"/>
          </a:xfrm>
        </p:spPr>
        <p:txBody>
          <a:bodyPr anchor="t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23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299337"/>
            <a:ext cx="3795373" cy="304406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299337"/>
            <a:ext cx="3798499" cy="304406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6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6" y="1300880"/>
            <a:ext cx="3816804" cy="3111577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64" y="1300880"/>
            <a:ext cx="3816804" cy="31115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376441"/>
            <a:ext cx="3657258" cy="40866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1785103"/>
            <a:ext cx="365725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376441"/>
            <a:ext cx="3671498" cy="40866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1785103"/>
            <a:ext cx="367149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01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91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04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2780167" cy="1366439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457200"/>
            <a:ext cx="4808943" cy="388620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3639"/>
            <a:ext cx="2780167" cy="251976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0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249" y="457200"/>
            <a:ext cx="2688125" cy="39036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442"/>
            <a:ext cx="4451212" cy="1372004"/>
          </a:xfrm>
        </p:spPr>
        <p:txBody>
          <a:bodyPr anchor="b">
            <a:no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81914" y="572776"/>
            <a:ext cx="2456813" cy="3684617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9445"/>
            <a:ext cx="4451212" cy="253210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10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3" y="410855"/>
            <a:ext cx="7606349" cy="28626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3423941"/>
            <a:ext cx="7766495" cy="407604"/>
          </a:xfrm>
        </p:spPr>
        <p:txBody>
          <a:bodyPr anchor="b">
            <a:normAutofit/>
          </a:bodyPr>
          <a:lstStyle>
            <a:lvl1pPr algn="ctr">
              <a:defRPr sz="21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7012" y="521257"/>
            <a:ext cx="7384010" cy="2644253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65322" cy="511854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01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6328"/>
            <a:ext cx="7765322" cy="265075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1385"/>
            <a:ext cx="7765322" cy="112637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52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99562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8265"/>
            <a:ext cx="7765322" cy="11171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42950" y="66359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8537" y="219619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0557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595207"/>
            <a:ext cx="7765322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3487917"/>
            <a:ext cx="776414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01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70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72" y="1363661"/>
            <a:ext cx="2504979" cy="1385888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50" y="1363661"/>
            <a:ext cx="2504979" cy="1385888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038" y="1363661"/>
            <a:ext cx="2504979" cy="138588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454188"/>
            <a:ext cx="2319276" cy="1202216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454321"/>
            <a:ext cx="2319276" cy="1206123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450824"/>
            <a:ext cx="2319276" cy="1205471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3360274"/>
            <a:ext cx="2475738" cy="98312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5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35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457200"/>
            <a:ext cx="1713365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457200"/>
            <a:ext cx="5937654" cy="3886201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67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299337"/>
            <a:ext cx="7765322" cy="304406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71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342900" rtl="0" eaLnBrk="1" latinLnBrk="0" hangingPunct="1">
        <a:spcBef>
          <a:spcPct val="0"/>
        </a:spcBef>
        <a:buNone/>
        <a:defRPr sz="3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540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3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76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2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03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255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1510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8013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09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2329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iefer">
  <a:themeElements>
    <a:clrScheme name="Schiefer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chiefer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iefer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Schiefer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Calisto MT</vt:lpstr>
      <vt:lpstr>Wingdings 2</vt:lpstr>
      <vt:lpstr>Schiefer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2026-05-23T04:45:02Z</dcterms:modified>
</cp:coreProperties>
</file>