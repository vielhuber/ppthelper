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5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1907" y="0"/>
            <a:ext cx="8762858" cy="4941094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3211693"/>
            <a:ext cx="8496943" cy="1521634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1" y="0"/>
            <a:ext cx="6539684" cy="342658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21350" y="219988"/>
            <a:ext cx="8525337" cy="431385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668401" y="496992"/>
            <a:ext cx="7316390" cy="2074896"/>
          </a:xfrm>
        </p:spPr>
        <p:txBody>
          <a:bodyPr anchor="b">
            <a:normAutofit/>
          </a:bodyPr>
          <a:lstStyle>
            <a:lvl1pPr algn="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737297" y="2628907"/>
            <a:ext cx="7316390" cy="412750"/>
          </a:xfrm>
        </p:spPr>
        <p:txBody>
          <a:bodyPr anchor="t">
            <a:noAutofit/>
          </a:bodyPr>
          <a:lstStyle>
            <a:lvl1pPr marL="0" indent="0" algn="r">
              <a:buNone/>
              <a:defRPr sz="2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711406" y="3433847"/>
            <a:ext cx="4607740" cy="872334"/>
          </a:xfrm>
        </p:spPr>
        <p:txBody>
          <a:bodyPr/>
          <a:lstStyle>
            <a:lvl1pPr algn="ctr">
              <a:defRPr sz="405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4170" y="3662268"/>
            <a:ext cx="3035429" cy="896654"/>
          </a:xfrm>
        </p:spPr>
        <p:txBody>
          <a:bodyPr vert="horz" lIns="91440" tIns="45720" rIns="91440" bIns="45720" rtlCol="0" anchor="ctr"/>
          <a:lstStyle>
            <a:lvl1pPr algn="r">
              <a:defRPr lang="en-US" sz="405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388818" y="2874486"/>
            <a:ext cx="680390" cy="373853"/>
          </a:xfrm>
        </p:spPr>
        <p:txBody>
          <a:bodyPr/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3166039" y="3833517"/>
            <a:ext cx="386540" cy="386540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0585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1547547"/>
            <a:ext cx="7796030" cy="24833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4351"/>
            <a:ext cx="7796030" cy="2395115"/>
          </a:xfrm>
        </p:spPr>
        <p:txBody>
          <a:bodyPr anchor="b">
            <a:normAutofit/>
          </a:bodyPr>
          <a:lstStyle>
            <a:lvl1pPr algn="l"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806700"/>
            <a:ext cx="7796030" cy="1229711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8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86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1547547"/>
            <a:ext cx="3816536" cy="2483392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1547547"/>
            <a:ext cx="3814904" cy="2483392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6030" cy="8686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767" y="1547547"/>
            <a:ext cx="3642119" cy="50999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146300"/>
            <a:ext cx="3816534" cy="1884639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644" y="1547547"/>
            <a:ext cx="3648368" cy="50999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146300"/>
            <a:ext cx="3816535" cy="1884639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0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63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514350"/>
            <a:ext cx="3095145" cy="1517439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514350"/>
            <a:ext cx="4525781" cy="351658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031789"/>
            <a:ext cx="3095146" cy="199915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8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14350"/>
            <a:ext cx="4758977" cy="1517439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1771" y="0"/>
            <a:ext cx="2698610" cy="3803650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031789"/>
            <a:ext cx="4758976" cy="1771861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0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079749"/>
            <a:ext cx="7796031" cy="4416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514350"/>
            <a:ext cx="7794385" cy="2396177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3527192"/>
            <a:ext cx="7796046" cy="511854"/>
          </a:xfrm>
        </p:spPr>
        <p:txBody>
          <a:bodyPr anchor="t"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1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4351"/>
            <a:ext cx="7797677" cy="2396177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3079750"/>
            <a:ext cx="7796047" cy="95520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10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514350"/>
            <a:ext cx="7143765" cy="2187528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2707524"/>
            <a:ext cx="6500967" cy="283326"/>
          </a:xfrm>
        </p:spPr>
        <p:txBody>
          <a:bodyPr anchor="t">
            <a:normAutofit/>
          </a:bodyPr>
          <a:lstStyle>
            <a:lvl1pPr marL="0" indent="0" algn="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079751"/>
            <a:ext cx="7797662" cy="95118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14351" y="6694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812" y="219212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3634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92891"/>
            <a:ext cx="7796030" cy="188387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185601"/>
            <a:ext cx="7796030" cy="85548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1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6030" cy="863974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74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3974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1547547"/>
            <a:ext cx="2482596" cy="1152544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3291966"/>
            <a:ext cx="2482596" cy="73897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1547547"/>
            <a:ext cx="2482596" cy="1151428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9" y="3291965"/>
            <a:ext cx="2482596" cy="73897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1547546"/>
            <a:ext cx="2482596" cy="115289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3291963"/>
            <a:ext cx="2482596" cy="73897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4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1547547"/>
            <a:ext cx="7796030" cy="2483393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80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514350"/>
            <a:ext cx="1698485" cy="35165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514350"/>
            <a:ext cx="5928323" cy="3516589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0"/>
            <a:ext cx="9004013" cy="498306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547547"/>
            <a:ext cx="7797662" cy="2483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7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chtiges Ereignis">
  <a:themeElements>
    <a:clrScheme name="Wichtiges Ereignis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Wichtiges Ereignis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chtiges Ereignis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Wichtiges Ereignis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Impact</vt:lpstr>
      <vt:lpstr>Wichtiges Ereignis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2026-05-23T04:45:28Z</dcterms:modified>
</cp:coreProperties>
</file>