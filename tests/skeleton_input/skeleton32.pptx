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571500"/>
            <a:ext cx="6856214" cy="40005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571500"/>
            <a:ext cx="2193989" cy="40005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973836"/>
            <a:ext cx="5486400" cy="2441448"/>
          </a:xfrm>
        </p:spPr>
        <p:txBody>
          <a:bodyPr anchor="b">
            <a:normAutofit/>
          </a:bodyPr>
          <a:lstStyle>
            <a:lvl1pPr algn="l">
              <a:defRPr sz="4425" spc="-75" baseline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3502685"/>
            <a:ext cx="5486400" cy="685800"/>
          </a:xfrm>
        </p:spPr>
        <p:txBody>
          <a:bodyPr anchor="t">
            <a:normAutofit/>
          </a:bodyPr>
          <a:lstStyle>
            <a:lvl1pPr marL="0" indent="0" algn="l">
              <a:buNone/>
              <a:defRPr sz="165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30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01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973836"/>
            <a:ext cx="5486400" cy="2441448"/>
          </a:xfrm>
        </p:spPr>
        <p:txBody>
          <a:bodyPr anchor="b">
            <a:normAutofit/>
          </a:bodyPr>
          <a:lstStyle>
            <a:lvl1pPr>
              <a:defRPr sz="4425" b="0" spc="-75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3504438"/>
            <a:ext cx="5486400" cy="685800"/>
          </a:xfrm>
        </p:spPr>
        <p:txBody>
          <a:bodyPr anchor="t">
            <a:normAutofit/>
          </a:bodyPr>
          <a:lstStyle>
            <a:lvl1pPr marL="0" indent="0">
              <a:buNone/>
              <a:defRPr sz="165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88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651510"/>
            <a:ext cx="2606040" cy="38404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651510"/>
            <a:ext cx="2606040" cy="38404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49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767690"/>
            <a:ext cx="2606040" cy="60579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448202"/>
            <a:ext cx="2606040" cy="301752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767690"/>
            <a:ext cx="2606040" cy="609878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448202"/>
            <a:ext cx="2606040" cy="301752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64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70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69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857250"/>
            <a:ext cx="2125980" cy="1783080"/>
          </a:xfrm>
        </p:spPr>
        <p:txBody>
          <a:bodyPr anchor="b">
            <a:normAutofit/>
          </a:bodyPr>
          <a:lstStyle>
            <a:lvl1pPr>
              <a:defRPr sz="2400" b="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651510"/>
            <a:ext cx="5486400" cy="38404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2620632"/>
            <a:ext cx="2125980" cy="174149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43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857250"/>
            <a:ext cx="2125980" cy="178308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575564"/>
            <a:ext cx="6086423" cy="3998214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2619756"/>
            <a:ext cx="2125980" cy="174193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4767263"/>
            <a:ext cx="4433638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86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0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742950"/>
            <a:ext cx="2114550" cy="371475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651510"/>
            <a:ext cx="5486400" cy="384048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1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569214"/>
            <a:ext cx="2582693" cy="39982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842878"/>
            <a:ext cx="2210612" cy="3450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569214"/>
            <a:ext cx="288036" cy="3998214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648081"/>
            <a:ext cx="5486400" cy="3840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4767263"/>
            <a:ext cx="443363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4767263"/>
            <a:ext cx="11481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spc="-45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Rahmen">
  <a:themeElements>
    <a:clrScheme name="Rahmen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Rahmen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Rahmen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Rahmen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Corbel</vt:lpstr>
      <vt:lpstr>Wingdings 2</vt:lpstr>
      <vt:lpstr>Rahmen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2026-05-23T04:44:45Z</dcterms:modified>
</cp:coreProperties>
</file>