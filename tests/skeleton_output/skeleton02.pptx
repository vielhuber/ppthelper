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864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805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327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692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118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802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506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178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27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26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510202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5163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93984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1484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80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293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167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1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17477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1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0200" y="1612900"/>
            <a:ext cx="42672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Trebuchet MS</vt:lpstr>
      <vt:lpstr>Wingdings 3</vt:lpstr>
      <vt:lpstr>Facette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2026-05-23T06:40:00Z</dcterms:created>
  <dcterms:modified xsi:type="dcterms:W3CDTF">2026-05-23T06:40:00Z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