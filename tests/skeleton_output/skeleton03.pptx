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8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4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1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4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0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32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44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85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31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4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026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6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1909" y="2106217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/>
                <a:gridCol w="1663700"/>
                <a:gridCol w="1663700"/>
                <a:gridCol w="1663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93060" y="2100683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  <a:gridCol w="222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1909" y="2106217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600200"/>
            <a:ext cx="42672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290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  <a:gridCol w="222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Fetzen">
  <a:themeElements>
    <a:clrScheme name="Fetze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etze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etze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Fetzen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2026-05-23T06:04:16Z</dcterms:created>
  <dcterms:modified xsi:type="dcterms:W3CDTF">2026-05-23T06:04:16Z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