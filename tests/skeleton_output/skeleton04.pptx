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44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870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62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486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4500"/>
            <a:ext cx="3566160" cy="3017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8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5841"/>
            <a:ext cx="3566160" cy="25061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1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04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97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7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658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77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1500"/>
            <a:ext cx="5686425" cy="40576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43361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7290055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40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8095" y="2219576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1714500"/>
          <a:ext cx="7289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6100"/>
                <a:gridCol w="1816100"/>
                <a:gridCol w="1816100"/>
                <a:gridCol w="1816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1990" y="2219576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1714500"/>
          <a:ext cx="7289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5700"/>
                <a:gridCol w="2425700"/>
                <a:gridCol w="2425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8095" y="2219576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84400" y="1714500"/>
            <a:ext cx="4445000" cy="250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1714500"/>
          <a:ext cx="7289800" cy="300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5700"/>
                <a:gridCol w="2425700"/>
                <a:gridCol w="2425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Calibri</vt:lpstr>
      <vt:lpstr>Tw Cen MT</vt:lpstr>
      <vt:lpstr>Tw Cen MT Condensed</vt:lpstr>
      <vt:lpstr>Wingdings 3</vt:lpstr>
      <vt:lpstr>Integral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2026-05-23T06:04:16Z</dcterms:created>
  <dcterms:modified xsi:type="dcterms:W3CDTF">2026-05-23T06:04:16Z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