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8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8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9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7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2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4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2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3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1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6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81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75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92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68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278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jpe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6215" y="2215220"/>
            <a:ext cx="3618869" cy="20370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63600" y="1943100"/>
          <a:ext cx="6565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56535" y="2215219"/>
            <a:ext cx="3618869" cy="20370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63600" y="1943100"/>
          <a:ext cx="6565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184400"/>
                <a:gridCol w="2184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6215" y="2215220"/>
            <a:ext cx="3618869" cy="20370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943100"/>
            <a:ext cx="36322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63600" y="1943100"/>
          <a:ext cx="6565900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184400"/>
                <a:gridCol w="2184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-Sitzungssaal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-Sitzungssaal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-Sitzungssaal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Wingdings 3</vt:lpstr>
      <vt:lpstr>Ion-Sitzungssaal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2026-05-23T06:40:02Z</dcterms:created>
  <dcterms:modified xsi:type="dcterms:W3CDTF">2026-05-23T06:40:02Z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