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89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789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0915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1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272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125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944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26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36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93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2119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426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81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75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092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6681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52780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jpe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5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56535" y="2215219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6215" y="2215220"/>
            <a:ext cx="3618869" cy="203703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943100"/>
            <a:ext cx="36322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63600" y="1943100"/>
          <a:ext cx="6565900" cy="255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/>
                <a:gridCol w="2184400"/>
                <a:gridCol w="2184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-Sitzungssaal">
  <a:themeElements>
    <a:clrScheme name="Ion-Sitzungssaal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-Sitzungssaal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-Sitzungssaal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Gothic</vt:lpstr>
      <vt:lpstr>Wingdings 3</vt:lpstr>
      <vt:lpstr>Ion-Sitzungssaal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2026-05-23T06:04:17Z</dcterms:created>
  <dcterms:modified xsi:type="dcterms:W3CDTF">2026-05-23T06:04:17Z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