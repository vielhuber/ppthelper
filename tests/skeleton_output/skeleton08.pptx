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7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44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7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6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7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7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2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8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5056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74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358900"/>
            <a:ext cx="48768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– 2022-Design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2026-05-23T06:04:18Z</dcterms:created>
  <dcterms:modified xsi:type="dcterms:W3CDTF">2026-05-23T06:04:18Z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