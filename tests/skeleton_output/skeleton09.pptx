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6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1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0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5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1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0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1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6431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3589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2026-05-23T06:04:18Z</dcterms:created>
  <dcterms:modified xsi:type="dcterms:W3CDTF">2026-05-23T06:04:18Z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