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29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297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625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52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1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993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17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389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98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56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462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192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63440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2959" y="1850774"/>
            <a:ext cx="3703320" cy="20845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384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12800" y="1384300"/>
          <a:ext cx="7543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Calibri Light</vt:lpstr>
      <vt:lpstr>Rückblick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2026-05-23T06:40:05Z</dcterms:created>
  <dcterms:modified xsi:type="dcterms:W3CDTF">2026-05-23T06:40:05Z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