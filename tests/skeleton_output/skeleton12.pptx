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159" y="514350"/>
            <a:ext cx="6000750" cy="2228851"/>
          </a:xfrm>
        </p:spPr>
        <p:txBody>
          <a:bodyPr anchor="b">
            <a:normAutofit/>
          </a:bodyPr>
          <a:lstStyle>
            <a:lvl1pPr algn="l">
              <a:defRPr sz="360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3159" y="2882900"/>
            <a:ext cx="4800600" cy="1460500"/>
          </a:xfrm>
        </p:spPr>
        <p:txBody>
          <a:bodyPr anchor="t">
            <a:normAutofit/>
          </a:bodyPr>
          <a:lstStyle>
            <a:lvl1pPr marL="0" indent="0" algn="l">
              <a:buNone/>
              <a:defRPr sz="1575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6171009" y="6350"/>
            <a:ext cx="2857500" cy="28575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581128" y="68659"/>
            <a:ext cx="4560491" cy="45604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5426869" y="171450"/>
            <a:ext cx="3714750" cy="37147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5501878" y="24209"/>
            <a:ext cx="3639742" cy="363974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5884070" y="457201"/>
            <a:ext cx="3257549" cy="325754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876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58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1504950"/>
            <a:ext cx="6400801" cy="1711200"/>
          </a:xfrm>
        </p:spPr>
        <p:txBody>
          <a:bodyPr anchor="b">
            <a:normAutofit/>
          </a:bodyPr>
          <a:lstStyle>
            <a:lvl1pPr algn="l">
              <a:defRPr sz="27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371850"/>
            <a:ext cx="6400800" cy="11239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93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3159" y="514351"/>
            <a:ext cx="3703241" cy="271145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6100" y="514351"/>
            <a:ext cx="3700859" cy="271145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896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061" y="514350"/>
            <a:ext cx="348734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3159" y="952897"/>
            <a:ext cx="3703241" cy="227290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9299" y="514350"/>
            <a:ext cx="349885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54909" y="946546"/>
            <a:ext cx="3696891" cy="227290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7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002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38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759" y="514350"/>
            <a:ext cx="2743200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159" y="514350"/>
            <a:ext cx="4457701" cy="398145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3759" y="1657350"/>
            <a:ext cx="2743200" cy="156845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75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109" y="1085850"/>
            <a:ext cx="4514850" cy="85725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1759" y="685800"/>
            <a:ext cx="2460731" cy="3429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42109" y="2082800"/>
            <a:ext cx="4516041" cy="15367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03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14350" y="400050"/>
            <a:ext cx="8114109" cy="234315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85801" y="2882900"/>
            <a:ext cx="6228158" cy="3429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2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24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086100"/>
            <a:ext cx="6401991" cy="140970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13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514350"/>
            <a:ext cx="6858001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84659" y="2571750"/>
            <a:ext cx="6400800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225801"/>
            <a:ext cx="6400800" cy="1263649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70177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2571750"/>
            <a:ext cx="6400800" cy="127305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8" y="3849736"/>
            <a:ext cx="6401993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3986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514350"/>
            <a:ext cx="6858000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0"/>
            <a:ext cx="6400801" cy="787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733800"/>
            <a:ext cx="6400801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3796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1"/>
            <a:ext cx="64008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575049"/>
            <a:ext cx="6400801" cy="9207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03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1948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3909" y="514350"/>
            <a:ext cx="1543050" cy="34290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514350"/>
            <a:ext cx="5867400" cy="398145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61577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905227" y="2222500"/>
            <a:ext cx="2236394" cy="2406650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3159" y="3365499"/>
            <a:ext cx="6400800" cy="11303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514351"/>
            <a:ext cx="6400800" cy="2711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8309" y="4629150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3159" y="4629150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2400" y="4183857"/>
            <a:ext cx="856684" cy="5024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4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2856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5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3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2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159" y="827811"/>
            <a:ext cx="3703241" cy="20845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6100" y="828482"/>
            <a:ext cx="3700859" cy="208318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159" y="827811"/>
            <a:ext cx="3703241" cy="20845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52600" y="508000"/>
            <a:ext cx="39116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2705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Segment">
  <a:themeElements>
    <a:clrScheme name="Segment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gmen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gmen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3</vt:lpstr>
      <vt:lpstr>Segment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2026-05-23T06:04:19Z</dcterms:created>
  <dcterms:modified xsi:type="dcterms:W3CDTF">2026-05-23T06:04:19Z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