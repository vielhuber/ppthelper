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76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58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93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896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7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00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3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5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3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424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3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0177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3986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3796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80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94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1577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856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3159" y="827811"/>
            <a:ext cx="3703241" cy="208452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508000"/>
          <a:ext cx="6400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56100" y="828482"/>
            <a:ext cx="3700859" cy="208318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508000"/>
          <a:ext cx="6400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3159" y="827811"/>
            <a:ext cx="3703241" cy="208452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52600" y="508000"/>
            <a:ext cx="3911600" cy="219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508000"/>
          <a:ext cx="6400800" cy="2705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Segment">
  <a:themeElements>
    <a:clrScheme name="Segment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gment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gment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Calibri</vt:lpstr>
      <vt:lpstr>Century Gothic</vt:lpstr>
      <vt:lpstr>Wingdings 3</vt:lpstr>
      <vt:lpstr>Segment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2026-05-23T06:40:05Z</dcterms:created>
  <dcterms:modified xsi:type="dcterms:W3CDTF">2026-05-23T06:40:05Z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