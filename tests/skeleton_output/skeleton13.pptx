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667763" y="473202"/>
            <a:ext cx="3926681" cy="3921919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823791"/>
            <a:ext cx="7738814" cy="3296241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4484398"/>
            <a:ext cx="6034030" cy="55670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4781759"/>
            <a:ext cx="1747292" cy="261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4781759"/>
            <a:ext cx="1747292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0919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9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805417"/>
            <a:ext cx="6140303" cy="3048470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3869836"/>
            <a:ext cx="5263116" cy="7133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4781759"/>
            <a:ext cx="1120460" cy="261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4781759"/>
            <a:ext cx="1115675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51435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34324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714500"/>
            <a:ext cx="3600450" cy="27146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7" y="1714500"/>
            <a:ext cx="3600450" cy="27146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62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46" y="285750"/>
            <a:ext cx="7629525" cy="11201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9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2181826"/>
            <a:ext cx="3600450" cy="22472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181826"/>
            <a:ext cx="3600450" cy="22472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36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3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3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342900"/>
            <a:ext cx="2319086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690283"/>
            <a:ext cx="4618814" cy="373884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306002"/>
            <a:ext cx="2319086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4781759"/>
            <a:ext cx="925016" cy="261347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4781759"/>
            <a:ext cx="924342" cy="259347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75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51434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342900"/>
            <a:ext cx="2319088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306002"/>
            <a:ext cx="2319088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4781759"/>
            <a:ext cx="924342" cy="261347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5676" y="4781759"/>
            <a:ext cx="925830" cy="259347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1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8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9741" y="286790"/>
            <a:ext cx="1119099" cy="420030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286789"/>
            <a:ext cx="6294439" cy="420030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0822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372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825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42975" y="2058478"/>
            <a:ext cx="3600450" cy="202666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27100" y="1714500"/>
          <a:ext cx="7632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85847" y="2058478"/>
            <a:ext cx="3600450" cy="202666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27100" y="1714500"/>
          <a:ext cx="7632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42975" y="2058478"/>
            <a:ext cx="3600450" cy="202666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714500"/>
            <a:ext cx="38862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27100" y="1714500"/>
          <a:ext cx="763270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TM10001106[[fn=Abzeichen]]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Gill Sans MT</vt:lpstr>
      <vt:lpstr>Impact</vt:lpstr>
      <vt:lpstr>Badge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2026-05-23T06:04:19Z</dcterms:created>
  <dcterms:modified xsi:type="dcterms:W3CDTF">2026-05-23T06:04:19Z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