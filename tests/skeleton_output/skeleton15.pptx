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3600450"/>
            <a:ext cx="7063740" cy="1268730"/>
          </a:xfrm>
        </p:spPr>
        <p:txBody>
          <a:bodyPr>
            <a:normAutofit/>
          </a:bodyPr>
          <a:lstStyle>
            <a:lvl1pPr marL="0" indent="0" algn="l">
              <a:buNone/>
              <a:defRPr sz="1650" baseline="0">
                <a:solidFill>
                  <a:schemeClr val="tx1">
                    <a:lumMod val="75000"/>
                  </a:schemeClr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972294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7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5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3600450"/>
            <a:ext cx="7063740" cy="1268730"/>
          </a:xfrm>
        </p:spPr>
        <p:txBody>
          <a:bodyPr anchor="t">
            <a:normAutofit/>
          </a:bodyPr>
          <a:lstStyle>
            <a:lvl1pPr marL="0" indent="0">
              <a:buNone/>
              <a:defRPr sz="16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24162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371600"/>
            <a:ext cx="3360420" cy="326350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371600"/>
            <a:ext cx="3360420" cy="326350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01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285241"/>
            <a:ext cx="3360420" cy="54864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5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1880662"/>
            <a:ext cx="3360420" cy="2748488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94860" y="1285241"/>
            <a:ext cx="3360420" cy="54864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15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500"/>
              </a:spcBef>
              <a:buFontTx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1880662"/>
            <a:ext cx="3360420" cy="2748488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9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59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28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400300" cy="1200148"/>
          </a:xfrm>
        </p:spPr>
        <p:txBody>
          <a:bodyPr anchor="b">
            <a:normAutofit/>
          </a:bodyPr>
          <a:lstStyle>
            <a:lvl1pPr>
              <a:defRPr sz="2400" b="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514350"/>
            <a:ext cx="4559300" cy="411480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74801"/>
            <a:ext cx="2400300" cy="28575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600"/>
              </a:spcBef>
              <a:buNone/>
              <a:defRPr sz="9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254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29050"/>
            <a:ext cx="8469630" cy="13144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943350"/>
            <a:ext cx="7486650" cy="685800"/>
          </a:xfrm>
        </p:spPr>
        <p:txBody>
          <a:bodyPr anchor="b">
            <a:normAutofit/>
          </a:bodyPr>
          <a:lstStyle>
            <a:lvl1pPr>
              <a:defRPr sz="2100" b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3846692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581442"/>
            <a:ext cx="7486650" cy="447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975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44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99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285750"/>
            <a:ext cx="1857375" cy="442317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285750"/>
            <a:ext cx="5800725" cy="442317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0111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69630" y="0"/>
            <a:ext cx="685800" cy="51435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274320"/>
            <a:ext cx="726948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371600"/>
            <a:ext cx="644652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8098157" y="748903"/>
            <a:ext cx="14287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469506" y="3034903"/>
            <a:ext cx="2686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27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21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 spc="-38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1050"/>
        </a:spcBef>
        <a:spcAft>
          <a:spcPts val="150"/>
        </a:spcAft>
        <a:buClr>
          <a:schemeClr val="accent1"/>
        </a:buClr>
        <a:buSzPct val="80000"/>
        <a:buFont typeface="Arial" pitchFamily="34" charset="0"/>
        <a:buChar char="•"/>
        <a:defRPr sz="1350" kern="1200" spc="8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46404" y="2057573"/>
            <a:ext cx="3360420" cy="189155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371600"/>
          <a:ext cx="64389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94860" y="2057573"/>
            <a:ext cx="3360420" cy="189155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371600"/>
          <a:ext cx="64389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300"/>
                <a:gridCol w="2146300"/>
                <a:gridCol w="2146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46404" y="2057573"/>
            <a:ext cx="3360420" cy="189155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27200" y="1371600"/>
            <a:ext cx="48768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9800" y="1371600"/>
          <a:ext cx="64389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300"/>
                <a:gridCol w="2146300"/>
                <a:gridCol w="2146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Aussicht">
  <a:themeElements>
    <a:clrScheme name="Aussicht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Aussicht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sicht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Aussicht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Century Schoolbook</vt:lpstr>
      <vt:lpstr>Wingdings 2</vt:lpstr>
      <vt:lpstr>Aussicht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2026-05-23T06:04:20Z</dcterms:created>
  <dcterms:modified xsi:type="dcterms:W3CDTF">2026-05-23T06:04:20Z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