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88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089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5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05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91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6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46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88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1841500"/>
                <a:gridCol w="1841500"/>
                <a:gridCol w="184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00709" y="204812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536700"/>
            <a:ext cx="4470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Corbel</vt:lpstr>
      <vt:lpstr>Basis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2026-05-23T06:40:07Z</dcterms:created>
  <dcterms:modified xsi:type="dcterms:W3CDTF">2026-05-23T06:40:07Z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