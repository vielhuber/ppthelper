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2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2"/>
          <a:sy d="100" n="132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173355" y="182881"/>
            <a:ext cx="8793480" cy="4783454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2485" y="661782"/>
            <a:ext cx="7475220" cy="219456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5400" b="1" cap="all" baseline="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2148" y="2902226"/>
            <a:ext cx="6575895" cy="1041124"/>
          </a:xfrm>
        </p:spPr>
        <p:txBody>
          <a:bodyPr>
            <a:normAutofit/>
          </a:bodyPr>
          <a:lstStyle>
            <a:lvl1pPr marL="0" indent="0" algn="ctr">
              <a:buNone/>
              <a:defRPr sz="1650">
                <a:solidFill>
                  <a:srgbClr val="FFFFFF"/>
                </a:solidFill>
              </a:defRPr>
            </a:lvl1pPr>
            <a:lvl2pPr marL="342900" indent="0" algn="ctr">
              <a:buNone/>
              <a:defRPr sz="1650"/>
            </a:lvl2pPr>
            <a:lvl3pPr marL="685800" indent="0" algn="ctr">
              <a:buNone/>
              <a:defRPr sz="165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83995" y="2800350"/>
            <a:ext cx="61722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987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885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818" y="880181"/>
            <a:ext cx="7475220" cy="219456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5400" b="0" cap="all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2446" y="3115890"/>
            <a:ext cx="6576822" cy="1022855"/>
          </a:xfrm>
        </p:spPr>
        <p:txBody>
          <a:bodyPr anchor="t">
            <a:normAutofit/>
          </a:bodyPr>
          <a:lstStyle>
            <a:lvl1pPr marL="0" indent="0" algn="ctr">
              <a:buNone/>
              <a:defRPr sz="1650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485900" y="3015306"/>
            <a:ext cx="61722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5089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7250" y="1543049"/>
            <a:ext cx="3566160" cy="301752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709" y="1543050"/>
            <a:ext cx="3566160" cy="301752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358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0" y="1501133"/>
            <a:ext cx="3566160" cy="58293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7250" y="2041112"/>
            <a:ext cx="3566160" cy="25374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1880" y="1499274"/>
            <a:ext cx="3566160" cy="58293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1880" y="2039492"/>
            <a:ext cx="3566160" cy="25374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645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005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303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822960"/>
            <a:ext cx="2948940" cy="130302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9119" y="822960"/>
            <a:ext cx="3909060" cy="349758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125980"/>
            <a:ext cx="2948940" cy="22631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91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822960"/>
            <a:ext cx="2948940" cy="130302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59936" y="802385"/>
            <a:ext cx="4574286" cy="360045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125980"/>
            <a:ext cx="2948940" cy="216027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969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65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71500"/>
            <a:ext cx="1743075" cy="405765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7250" y="571500"/>
            <a:ext cx="5572125" cy="405765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88824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173355" y="182881"/>
            <a:ext cx="8793480" cy="478345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7250" y="457200"/>
            <a:ext cx="7406640" cy="10172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1" y="1543050"/>
            <a:ext cx="7404653" cy="3028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7247" y="4667871"/>
            <a:ext cx="174680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accent1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61861" y="4667871"/>
            <a:ext cx="353833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7148" y="4667871"/>
            <a:ext cx="127966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060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37160" algn="l" defTabSz="685800" rtl="0" eaLnBrk="1" latinLnBrk="0" hangingPunct="1">
        <a:lnSpc>
          <a:spcPct val="90000"/>
        </a:lnSpc>
        <a:spcBef>
          <a:spcPts val="1050"/>
        </a:spcBef>
        <a:buClr>
          <a:schemeClr val="accent1"/>
        </a:buClr>
        <a:buSzPct val="80000"/>
        <a:buFont typeface="Corbel" pitchFamily="34" charset="0"/>
        <a:buChar char="•"/>
        <a:defRPr sz="165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5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350" kern="1200">
          <a:solidFill>
            <a:schemeClr val="accent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Mai 2026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57250" y="2048125"/>
            <a:ext cx="3566160" cy="2007367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50900" y="1536700"/>
          <a:ext cx="74041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1500"/>
                <a:gridCol w="1841500"/>
                <a:gridCol w="1841500"/>
                <a:gridCol w="1841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00709" y="2048126"/>
            <a:ext cx="3566160" cy="2007367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 i="1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 i="1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50900" y="1536700"/>
          <a:ext cx="74041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3800"/>
                <a:gridCol w="2463800"/>
                <a:gridCol w="2463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57250" y="2048125"/>
            <a:ext cx="3566160" cy="2007367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11400" y="1536700"/>
            <a:ext cx="4470400" cy="2514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50900" y="1536700"/>
          <a:ext cx="7404100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3800"/>
                <a:gridCol w="2463800"/>
                <a:gridCol w="2463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Calibri</vt:lpstr>
      <vt:lpstr>Corbel</vt:lpstr>
      <vt:lpstr>Basis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2026-05-23T06:04:20Z</dcterms:created>
  <dcterms:modified xsi:type="dcterms:W3CDTF">2026-05-23T06:04:20Z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