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7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0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60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3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391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1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5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8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5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6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2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031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38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01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88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8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37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722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592" y="2110287"/>
            <a:ext cx="3525044" cy="19842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7526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Berlin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2026-05-23T06:40:07Z</dcterms:created>
  <dcterms:modified xsi:type="dcterms:W3CDTF">2026-05-23T06:40:07Z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