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96452" y="841772"/>
            <a:ext cx="6751097" cy="179070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96452" y="2701528"/>
            <a:ext cx="6751097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215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006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1933" y="492920"/>
            <a:ext cx="7300134" cy="2139553"/>
          </a:xfrm>
        </p:spPr>
        <p:txBody>
          <a:bodyPr anchor="b">
            <a:normAutofit/>
          </a:bodyPr>
          <a:lstStyle>
            <a:lvl1pPr>
              <a:defRPr sz="25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1933" y="2701529"/>
            <a:ext cx="7300134" cy="1125140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00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7765321" cy="99474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6" y="1566240"/>
            <a:ext cx="3829503" cy="277716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0052" y="1566240"/>
            <a:ext cx="3820616" cy="277716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06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1"/>
            <a:ext cx="7765321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354" y="1566240"/>
            <a:ext cx="3659399" cy="61793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346" y="2184174"/>
            <a:ext cx="3830406" cy="215922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1502" y="1566240"/>
            <a:ext cx="3649166" cy="61793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184174"/>
            <a:ext cx="3821518" cy="215922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651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37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87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21" y="457200"/>
            <a:ext cx="2949178" cy="1771650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8548" y="457200"/>
            <a:ext cx="4642119" cy="3886200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7921" y="2228850"/>
            <a:ext cx="2949178" cy="2114549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394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21" y="457200"/>
            <a:ext cx="4447330" cy="177165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68603" y="569161"/>
            <a:ext cx="2441517" cy="3662279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5" y="2228850"/>
            <a:ext cx="4451213" cy="2114550"/>
          </a:xfrm>
        </p:spPr>
        <p:txBody>
          <a:bodyPr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9800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5" y="3217030"/>
            <a:ext cx="7775673" cy="614516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355" y="465991"/>
            <a:ext cx="7775673" cy="2534801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831546"/>
            <a:ext cx="7774499" cy="511854"/>
          </a:xfrm>
        </p:spPr>
        <p:txBody>
          <a:bodyPr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79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57201"/>
            <a:ext cx="7765322" cy="2568644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3153615"/>
            <a:ext cx="7765321" cy="1194140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9358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320109"/>
          </a:xfrm>
        </p:spPr>
        <p:txBody>
          <a:bodyPr anchor="t">
            <a:normAutofit/>
          </a:bodyPr>
          <a:lstStyle>
            <a:lvl1pPr marL="0" indent="0" algn="r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5" y="3153616"/>
            <a:ext cx="7765322" cy="118978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459" y="55143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3467" y="222907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2994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5" y="1595207"/>
            <a:ext cx="7766495" cy="188387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487917"/>
            <a:ext cx="7765322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22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5" y="457201"/>
            <a:ext cx="7765322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566240"/>
            <a:ext cx="2474217" cy="617479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2183718"/>
            <a:ext cx="2474217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3658" y="1566240"/>
            <a:ext cx="2473919" cy="617478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3659" y="2183718"/>
            <a:ext cx="2474866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1566240"/>
            <a:ext cx="2468408" cy="617478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82260" y="2183718"/>
            <a:ext cx="2468408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9483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457201"/>
            <a:ext cx="7765322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7" y="3146924"/>
            <a:ext cx="247421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19015" y="1724240"/>
            <a:ext cx="2205038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7" y="3579121"/>
            <a:ext cx="2474216" cy="76427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26" y="3146924"/>
            <a:ext cx="2474237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26747" y="1724240"/>
            <a:ext cx="2197894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3579120"/>
            <a:ext cx="2475252" cy="76427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0067" y="3146924"/>
            <a:ext cx="2467425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14603" y="1724240"/>
            <a:ext cx="2199085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973" y="3579121"/>
            <a:ext cx="2470694" cy="76427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0599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0885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57200"/>
            <a:ext cx="1906993" cy="38862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6" y="457200"/>
            <a:ext cx="5744029" cy="38862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8888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7765321" cy="9947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572048"/>
            <a:ext cx="7765322" cy="2771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6" y="4412457"/>
            <a:ext cx="50046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6515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7038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55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6" y="1877020"/>
            <a:ext cx="3829503" cy="21556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0052" y="1879521"/>
            <a:ext cx="3820616" cy="215059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6" y="1877020"/>
            <a:ext cx="3829503" cy="21556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562100"/>
            <a:ext cx="40132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276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Damast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Bookman Old Style</vt:lpstr>
      <vt:lpstr>Calibri</vt:lpstr>
      <vt:lpstr>Rockwell</vt:lpstr>
      <vt:lpstr>Damask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2026-05-23T06:40:08Z</dcterms:created>
  <dcterms:modified xsi:type="dcterms:W3CDTF">2026-05-23T06:40:08Z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