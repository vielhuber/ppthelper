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341340"/>
            <a:ext cx="6270922" cy="1573670"/>
          </a:xfrm>
        </p:spPr>
        <p:txBody>
          <a:bodyPr anchor="b">
            <a:noAutofit/>
          </a:bodyPr>
          <a:lstStyle>
            <a:lvl1pPr algn="ctr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2967210"/>
            <a:ext cx="5123755" cy="814678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4840039"/>
            <a:ext cx="1205958" cy="30346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4840039"/>
            <a:ext cx="5267533" cy="303461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4840039"/>
            <a:ext cx="1197219" cy="30346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564644" y="558352"/>
            <a:ext cx="8005588" cy="4012253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1201754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66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976020"/>
            <a:ext cx="7209728" cy="2139553"/>
          </a:xfrm>
        </p:spPr>
        <p:txBody>
          <a:bodyPr anchor="b">
            <a:normAutofit/>
          </a:bodyPr>
          <a:lstStyle>
            <a:lvl1pPr algn="r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3162246"/>
            <a:ext cx="7209728" cy="857493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4840039"/>
            <a:ext cx="1216807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4840039"/>
            <a:ext cx="5267533" cy="303461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6113972" y="1264239"/>
            <a:ext cx="2456260" cy="3306366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816961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1714500"/>
            <a:ext cx="3335840" cy="268605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1714500"/>
            <a:ext cx="3335840" cy="268605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889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514350"/>
            <a:ext cx="7200900" cy="11144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1755648"/>
            <a:ext cx="3332988" cy="617934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25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2478906"/>
            <a:ext cx="3332988" cy="192164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1" y="1755648"/>
            <a:ext cx="3332988" cy="617934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25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1" y="2478906"/>
            <a:ext cx="3332988" cy="192164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33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62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62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282"/>
            <a:ext cx="3977640" cy="51432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514350"/>
            <a:ext cx="2891790" cy="1618413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3600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514351"/>
            <a:ext cx="3909060" cy="3881438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142258"/>
            <a:ext cx="2891790" cy="225829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125"/>
              </a:spcAft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4840039"/>
            <a:ext cx="90342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4840039"/>
            <a:ext cx="1780256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3977640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0613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282"/>
            <a:ext cx="3977640" cy="51432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514350"/>
            <a:ext cx="2891790" cy="1618413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36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51434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141976"/>
            <a:ext cx="2891790" cy="2258574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125"/>
              </a:spcAft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4840039"/>
            <a:ext cx="90342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4840039"/>
            <a:ext cx="1780256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3977640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12081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1721644"/>
            <a:ext cx="7200900" cy="2678906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48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7421" y="468117"/>
            <a:ext cx="1174325" cy="3932433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468117"/>
            <a:ext cx="6134731" cy="3932433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616180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514350"/>
            <a:ext cx="7200900" cy="11144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1714500"/>
            <a:ext cx="7200900" cy="2686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4840039"/>
            <a:ext cx="903429" cy="30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4840039"/>
            <a:ext cx="4710623" cy="30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4840039"/>
            <a:ext cx="1197219" cy="30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358571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10706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33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88036" indent="-288036" algn="l" defTabSz="685800" rtl="0" eaLnBrk="1" latinLnBrk="0" hangingPunct="1">
        <a:lnSpc>
          <a:spcPct val="94000"/>
        </a:lnSpc>
        <a:spcBef>
          <a:spcPts val="750"/>
        </a:spcBef>
        <a:spcAft>
          <a:spcPts val="150"/>
        </a:spcAft>
        <a:buFont typeface="Franklin Gothic Book" panose="020B0503020102020204" pitchFamily="34" charset="0"/>
        <a:buChar char="■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5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0287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35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3716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35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17145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2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0574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2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24003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05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7432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05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0861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05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AA5AE68C-7E05-4013-BF21-9B93BA55A149}" type="datetime1">
              <a:rPr lang="de-DE" smtClean="0"/>
              <a:t>23. Mai 2026</a:t>
            </a:fld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28700" y="2118665"/>
            <a:ext cx="3335840" cy="187772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28700" y="1714500"/>
          <a:ext cx="72009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700"/>
                <a:gridCol w="1790700"/>
                <a:gridCol w="1790700"/>
                <a:gridCol w="1790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94052" y="2118665"/>
            <a:ext cx="3335840" cy="187772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28700" y="1714500"/>
          <a:ext cx="72009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400300"/>
                <a:gridCol w="2400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28700" y="2118665"/>
            <a:ext cx="3335840" cy="187772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92400" y="1714500"/>
            <a:ext cx="3860800" cy="2171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28700" y="1714500"/>
          <a:ext cx="7200900" cy="267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400300"/>
                <a:gridCol w="2400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Ausschnitt">
  <a:themeElements>
    <a:clrScheme name="Ausschnitt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Ausschnitt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Ausschnit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TM10001105[[fn=Ernte]]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Calibri</vt:lpstr>
      <vt:lpstr>Franklin Gothic Book</vt:lpstr>
      <vt:lpstr>Ausschnitt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2026-05-23T06:04:21Z</dcterms:created>
  <dcterms:modified xsi:type="dcterms:W3CDTF">2026-05-23T06:04:21Z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