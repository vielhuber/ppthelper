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0" y="231432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4" y="765324"/>
            <a:ext cx="8245162" cy="1106260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5" y="1871584"/>
            <a:ext cx="8245160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2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04463" y="4467103"/>
            <a:ext cx="2133600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5894" y="4463859"/>
            <a:ext cx="5187908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5" y="4467103"/>
            <a:ext cx="762330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58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330214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1635373"/>
            <a:ext cx="8272211" cy="275872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5" y="4467103"/>
            <a:ext cx="78938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67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3856481"/>
            <a:ext cx="8468145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2282933"/>
            <a:ext cx="8272211" cy="1123130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3406063"/>
            <a:ext cx="8272211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166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4487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547244"/>
            <a:ext cx="8272212" cy="74124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5" y="1671003"/>
            <a:ext cx="4066793" cy="2724785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313" y="1671003"/>
            <a:ext cx="4066794" cy="2724785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53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334487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547244"/>
            <a:ext cx="8272212" cy="74124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15" y="1688169"/>
            <a:ext cx="3815306" cy="402004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194540"/>
            <a:ext cx="4044825" cy="2201249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2802" y="1688169"/>
            <a:ext cx="3815305" cy="415030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194540"/>
            <a:ext cx="4044825" cy="2201249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7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330512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547244"/>
            <a:ext cx="8272212" cy="74124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33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0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3856480"/>
            <a:ext cx="8473650" cy="9560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3946722"/>
            <a:ext cx="3682084" cy="517136"/>
          </a:xfrm>
        </p:spPr>
        <p:txBody>
          <a:bodyPr anchor="ctr"/>
          <a:lstStyle>
            <a:lvl1pPr algn="l">
              <a:defRPr sz="15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862" y="450900"/>
            <a:ext cx="8469630" cy="3153600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8" y="3946723"/>
            <a:ext cx="4402490" cy="517136"/>
          </a:xfrm>
        </p:spPr>
        <p:txBody>
          <a:bodyPr anchor="ctr">
            <a:normAutofit/>
          </a:bodyPr>
          <a:lstStyle>
            <a:lvl1pPr marL="0" indent="0" algn="r">
              <a:buNone/>
              <a:defRPr sz="825">
                <a:solidFill>
                  <a:schemeClr val="bg1"/>
                </a:solidFill>
              </a:defRPr>
            </a:lvl1pPr>
            <a:lvl2pPr marL="342900" indent="0">
              <a:buNone/>
              <a:defRPr sz="825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8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3520042"/>
            <a:ext cx="8272212" cy="425054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3" y="449794"/>
            <a:ext cx="8468144" cy="266793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4" y="3945096"/>
            <a:ext cx="8272213" cy="449003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9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0214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7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1" y="449794"/>
            <a:ext cx="2180113" cy="43627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506795"/>
            <a:ext cx="1503123" cy="388730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506795"/>
            <a:ext cx="5922209" cy="3887305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4467103"/>
            <a:ext cx="996106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3" y="4463859"/>
            <a:ext cx="5922209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34962" y="4467103"/>
            <a:ext cx="873146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982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4" y="528843"/>
            <a:ext cx="8272212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1752002"/>
            <a:ext cx="8272212" cy="2642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34901" y="34290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031610" y="34023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181373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42569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1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500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472500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675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931500" indent="-175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1201500" indent="-175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425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5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5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5895" y="1888810"/>
            <a:ext cx="4066793" cy="228917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31800" y="1739900"/>
          <a:ext cx="82677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1313" y="1888810"/>
            <a:ext cx="4066794" cy="228917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31800" y="1739900"/>
          <a:ext cx="82677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5900"/>
                <a:gridCol w="2755900"/>
                <a:gridCol w="2755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5895" y="1888810"/>
            <a:ext cx="4066793" cy="228917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000" y="1739900"/>
            <a:ext cx="3797300" cy="213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31800" y="1739900"/>
          <a:ext cx="8267700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5900"/>
                <a:gridCol w="2755900"/>
                <a:gridCol w="2755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Dividende">
  <a:themeElements>
    <a:clrScheme name="Dividende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Dividende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Calibri</vt:lpstr>
      <vt:lpstr>Gill Sans MT</vt:lpstr>
      <vt:lpstr>Wingdings 2</vt:lpstr>
      <vt:lpstr>Dividende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2026-05-23T06:40:09Z</dcterms:created>
  <dcterms:modified xsi:type="dcterms:W3CDTF">2026-05-23T06:40:09Z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