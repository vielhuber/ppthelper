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3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1544259"/>
            <a:ext cx="9146751" cy="13716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" y="1624774"/>
            <a:ext cx="8603674" cy="1304510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4500" spc="113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997188"/>
            <a:ext cx="6858000" cy="981941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5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618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666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1544259"/>
            <a:ext cx="9146751" cy="1371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893" y="1656659"/>
            <a:ext cx="7886700" cy="12573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4500" b="0" spc="113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4893" y="3007751"/>
            <a:ext cx="7886700" cy="880979"/>
          </a:xfrm>
        </p:spPr>
        <p:txBody>
          <a:bodyPr anchor="t">
            <a:normAutofit/>
          </a:bodyPr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123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08" y="1508760"/>
            <a:ext cx="3566160" cy="31546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2793" y="1508760"/>
            <a:ext cx="3566160" cy="31546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912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5256" y="1435102"/>
            <a:ext cx="3566160" cy="557321"/>
          </a:xfrm>
        </p:spPr>
        <p:txBody>
          <a:bodyPr anchor="ctr">
            <a:normAutofit/>
          </a:bodyPr>
          <a:lstStyle>
            <a:lvl1pPr marL="0" indent="0">
              <a:buNone/>
              <a:defRPr sz="1575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5256" y="1992425"/>
            <a:ext cx="3566160" cy="26746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3423" y="1435102"/>
            <a:ext cx="3566160" cy="557321"/>
          </a:xfrm>
        </p:spPr>
        <p:txBody>
          <a:bodyPr anchor="ctr">
            <a:normAutofit/>
          </a:bodyPr>
          <a:lstStyle>
            <a:lvl1pPr marL="0" indent="0">
              <a:buNone/>
              <a:defRPr sz="1575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73423" y="1992423"/>
            <a:ext cx="3566160" cy="26746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26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788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034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256" y="1590041"/>
            <a:ext cx="4594860" cy="30861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41767" y="1610615"/>
            <a:ext cx="2400300" cy="257423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59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60120" y="1658621"/>
            <a:ext cx="4594860" cy="294894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2400">
                <a:solidFill>
                  <a:schemeClr val="tx1">
                    <a:lumMod val="50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43016" y="1612966"/>
            <a:ext cx="2400300" cy="257175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588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899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764484" y="0"/>
            <a:ext cx="205740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468" y="205978"/>
            <a:ext cx="1801785" cy="442317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05978"/>
            <a:ext cx="5979968" cy="442317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817141"/>
            <a:ext cx="2057397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32102" y="4817141"/>
            <a:ext cx="3209752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4787" y="4817141"/>
            <a:ext cx="659819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62912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62" y="132082"/>
            <a:ext cx="9141714" cy="123443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2189" y="213132"/>
            <a:ext cx="7338060" cy="1131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2189" y="1508760"/>
            <a:ext cx="7338060" cy="31546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1699" y="4817141"/>
            <a:ext cx="2250671" cy="273844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788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97353" y="4817141"/>
            <a:ext cx="378333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94195" y="4817141"/>
            <a:ext cx="709698" cy="273844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900" b="0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82531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tx1"/>
        </a:buClr>
        <a:buFont typeface="Wingdings" pitchFamily="2" charset="2"/>
        <a:buChar char="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65151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634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1038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217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546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4008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72793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4008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22500" y="1498600"/>
            <a:ext cx="46990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Gebändert">
  <a:themeElements>
    <a:clrScheme name="Gebändert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Gebändert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Gebänder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Gebändert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Corbel</vt:lpstr>
      <vt:lpstr>Wingdings</vt:lpstr>
      <vt:lpstr>Gebändert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2026-05-23T06:04:21Z</dcterms:created>
  <dcterms:modified xsi:type="dcterms:W3CDTF">2026-05-23T06:04:21Z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