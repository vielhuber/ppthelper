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3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624774"/>
            <a:ext cx="8603674" cy="1304510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4500" spc="113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97188"/>
            <a:ext cx="6858000" cy="981941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5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1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6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1656659"/>
            <a:ext cx="7886700" cy="12573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500" b="0" spc="113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007751"/>
            <a:ext cx="7886700" cy="880979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12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08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2793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12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256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256" y="1992425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3423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73423" y="1992423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6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88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3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256" y="1590041"/>
            <a:ext cx="4594860" cy="30861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1767" y="1610615"/>
            <a:ext cx="2400300" cy="257423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60120" y="1658621"/>
            <a:ext cx="4594860" cy="294894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3016" y="1612966"/>
            <a:ext cx="2400300" cy="257175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88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9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205978"/>
            <a:ext cx="1801785" cy="442317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05978"/>
            <a:ext cx="5979968" cy="442317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817141"/>
            <a:ext cx="2057397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4817141"/>
            <a:ext cx="320975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4817141"/>
            <a:ext cx="659819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2912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32082"/>
            <a:ext cx="9141714" cy="12344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2189" y="213132"/>
            <a:ext cx="7338060" cy="113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189" y="1508760"/>
            <a:ext cx="7338060" cy="3154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1699" y="4817141"/>
            <a:ext cx="2250671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788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7353" y="4817141"/>
            <a:ext cx="37833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195" y="4817141"/>
            <a:ext cx="709698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5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tx1"/>
        </a:buClr>
        <a:buFont typeface="Wingdings" pitchFamily="2" charset="2"/>
        <a:buChar char="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6515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634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038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217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546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4008" y="208241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01700" y="1498600"/>
          <a:ext cx="73279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2793" y="208241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01700" y="1498600"/>
          <a:ext cx="73279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4008" y="208241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498600"/>
            <a:ext cx="46990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01700" y="1498600"/>
          <a:ext cx="73279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ebändert">
  <a:themeElements>
    <a:clrScheme name="Gebändert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Gebändert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ebänder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Gebändert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Corbel</vt:lpstr>
      <vt:lpstr>Wingdings</vt:lpstr>
      <vt:lpstr>Gebändert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2026-05-23T06:40:09Z</dcterms:created>
  <dcterms:modified xsi:type="dcterms:W3CDTF">2026-05-23T06:40:09Z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