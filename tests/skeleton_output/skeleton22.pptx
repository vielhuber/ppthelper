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90626" y="1010210"/>
            <a:ext cx="7667244" cy="60512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0626" y="3224773"/>
            <a:ext cx="7667244" cy="60512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90626" y="1113584"/>
            <a:ext cx="7667244" cy="20574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7236911" y="3051692"/>
            <a:ext cx="810678" cy="810677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074167"/>
            <a:ext cx="7475220" cy="2276856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3291840"/>
            <a:ext cx="5918454" cy="802386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1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94550" y="3217001"/>
            <a:ext cx="895401" cy="480060"/>
          </a:xfrm>
        </p:spPr>
        <p:txBody>
          <a:bodyPr/>
          <a:lstStyle>
            <a:lvl1pPr>
              <a:defRPr sz="2100"/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540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3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688492"/>
            <a:ext cx="9144000" cy="1455008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918972"/>
            <a:ext cx="6960870" cy="264033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0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1" y="3765042"/>
            <a:ext cx="6789420" cy="800100"/>
          </a:xfrm>
        </p:spPr>
        <p:txBody>
          <a:bodyPr anchor="t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4704588"/>
            <a:ext cx="1983232" cy="273844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7031" y="4704588"/>
            <a:ext cx="4745736" cy="273844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673049" y="1744386"/>
            <a:ext cx="810678" cy="810677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2776" y="1879600"/>
            <a:ext cx="891224" cy="540249"/>
          </a:xfrm>
        </p:spPr>
        <p:txBody>
          <a:bodyPr/>
          <a:lstStyle>
            <a:lvl1pPr>
              <a:defRPr sz="2100"/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8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2386" y="1645920"/>
            <a:ext cx="3566160" cy="298323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3168" y="1645920"/>
            <a:ext cx="3566160" cy="298323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4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536192"/>
            <a:ext cx="3566160" cy="480060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057400"/>
            <a:ext cx="3566160" cy="24688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3168" y="1536192"/>
            <a:ext cx="3566160" cy="480060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3168" y="2057400"/>
            <a:ext cx="3566160" cy="24688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82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418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16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51434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514350"/>
            <a:ext cx="2400300" cy="1303020"/>
          </a:xfrm>
        </p:spPr>
        <p:txBody>
          <a:bodyPr anchor="b">
            <a:normAutofit/>
          </a:bodyPr>
          <a:lstStyle>
            <a:lvl1pPr>
              <a:defRPr sz="2400" b="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514350"/>
            <a:ext cx="5033772" cy="3765042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1817370"/>
            <a:ext cx="2400300" cy="24688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40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51434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514350"/>
            <a:ext cx="2400300" cy="1303020"/>
          </a:xfrm>
        </p:spPr>
        <p:txBody>
          <a:bodyPr anchor="b">
            <a:normAutofit/>
          </a:bodyPr>
          <a:lstStyle>
            <a:lvl1pPr>
              <a:defRPr sz="2400" b="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51435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1817370"/>
            <a:ext cx="2400300" cy="24688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967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427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00050"/>
            <a:ext cx="1914525" cy="422910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400050"/>
            <a:ext cx="5629275" cy="422910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57426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media/image2.png" Type="http://schemas.openxmlformats.org/officeDocument/2006/relationships/imag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media/image3.png" Type="http://schemas.openxmlformats.org/officeDocument/2006/relationships/image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media/hdphoto1.wdp" Type="http://schemas.microsoft.com/office/2007/relationships/hdphoto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91056"/>
            <a:ext cx="7543800" cy="3038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rgbClr val="FFFFFF"/>
                </a:solidFill>
                <a:latin typeface="+mj-lt"/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13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02386" y="2133851"/>
            <a:ext cx="3566160" cy="200736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00100" y="1587500"/>
          <a:ext cx="75438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600"/>
                <a:gridCol w="1879600"/>
                <a:gridCol w="1879600"/>
                <a:gridCol w="1879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73168" y="2133851"/>
            <a:ext cx="3566160" cy="200736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00100" y="1587500"/>
          <a:ext cx="75438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02386" y="2133851"/>
            <a:ext cx="3566160" cy="200736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24100" y="1587500"/>
            <a:ext cx="44958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00100" y="1587500"/>
          <a:ext cx="7543800" cy="3035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olzart">
  <a:themeElements>
    <a:clrScheme name="Holzar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Holzart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Holzart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Holzart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Calibri</vt:lpstr>
      <vt:lpstr>Rockwell</vt:lpstr>
      <vt:lpstr>Rockwell Condensed</vt:lpstr>
      <vt:lpstr>Wingdings</vt:lpstr>
      <vt:lpstr>Holzart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2026-05-23T06:40:09Z</dcterms:created>
  <dcterms:modified xsi:type="dcterms:W3CDTF">2026-05-23T06:40:09Z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