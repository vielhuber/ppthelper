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0" y="1352554"/>
            <a:ext cx="7086600" cy="1368822"/>
          </a:xfrm>
        </p:spPr>
        <p:txBody>
          <a:bodyPr anchor="b">
            <a:normAutofit/>
          </a:bodyPr>
          <a:lstStyle>
            <a:lvl1pPr algn="l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2724151"/>
            <a:ext cx="7086600" cy="514350"/>
          </a:xfrm>
        </p:spPr>
        <p:txBody>
          <a:bodyPr>
            <a:normAutofit/>
          </a:bodyPr>
          <a:lstStyle>
            <a:lvl1pPr marL="0" indent="0" algn="l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932171" y="3235746"/>
            <a:ext cx="2183130" cy="280982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28700" y="3242884"/>
            <a:ext cx="480060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57900" y="1073150"/>
            <a:ext cx="2057400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247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764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565150"/>
            <a:ext cx="8115299" cy="2101451"/>
          </a:xfrm>
        </p:spPr>
        <p:txBody>
          <a:bodyPr anchor="b">
            <a:normAutofit/>
          </a:bodyPr>
          <a:lstStyle>
            <a:lvl1pPr algn="r"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350" y="2731294"/>
            <a:ext cx="7867650" cy="716756"/>
          </a:xfrm>
        </p:spPr>
        <p:txBody>
          <a:bodyPr>
            <a:normAutofit/>
          </a:bodyPr>
          <a:lstStyle>
            <a:lvl1pPr marL="0" indent="0" algn="r">
              <a:buNone/>
              <a:defRPr sz="16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60839" y="285750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4350" y="285751"/>
            <a:ext cx="5243619" cy="273049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2483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4350" y="1645920"/>
            <a:ext cx="4000500" cy="301809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645920"/>
            <a:ext cx="4000500" cy="301809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736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71700" y="571500"/>
            <a:ext cx="6457950" cy="9715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7" y="1637852"/>
            <a:ext cx="3809993" cy="617934"/>
          </a:xfrm>
        </p:spPr>
        <p:txBody>
          <a:bodyPr anchor="b">
            <a:norm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4351" y="2349500"/>
            <a:ext cx="3983831" cy="23145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0600" y="1637852"/>
            <a:ext cx="3829050" cy="617934"/>
          </a:xfrm>
        </p:spPr>
        <p:txBody>
          <a:bodyPr anchor="b">
            <a:norm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349500"/>
            <a:ext cx="4000500" cy="23145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699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396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838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1143000"/>
            <a:ext cx="3086100" cy="1200150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46686" y="560070"/>
            <a:ext cx="4882964" cy="4103944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2343150"/>
            <a:ext cx="3086100" cy="2320864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308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1143000"/>
            <a:ext cx="5154930" cy="1200150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95928" y="563431"/>
            <a:ext cx="2733722" cy="410058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2343150"/>
            <a:ext cx="5154930" cy="2320864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464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33" y="3523021"/>
            <a:ext cx="8116526" cy="614516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1295" y="706080"/>
            <a:ext cx="8116380" cy="260862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4137537"/>
            <a:ext cx="8115300" cy="526477"/>
          </a:xfrm>
        </p:spPr>
        <p:txBody>
          <a:bodyPr/>
          <a:lstStyle>
            <a:lvl1pPr marL="0" indent="0" algn="l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077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565150"/>
            <a:ext cx="8115300" cy="2101850"/>
          </a:xfrm>
        </p:spPr>
        <p:txBody>
          <a:bodyPr anchor="ctr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350" y="2736850"/>
            <a:ext cx="7597887" cy="749300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860839" y="285750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14350" y="284956"/>
            <a:ext cx="524361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0274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51" y="565150"/>
            <a:ext cx="7613650" cy="1953371"/>
          </a:xfrm>
        </p:spPr>
        <p:txBody>
          <a:bodyPr anchor="ctr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977899" y="2524168"/>
            <a:ext cx="7194552" cy="33333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351" y="2969897"/>
            <a:ext cx="7613650" cy="509903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860839" y="285750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14350" y="284956"/>
            <a:ext cx="524361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357188" y="700088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8173" y="2025968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687385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71" y="843526"/>
            <a:ext cx="7609640" cy="1883876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350" y="2736237"/>
            <a:ext cx="7608491" cy="749914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860839" y="284163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14350" y="284163"/>
            <a:ext cx="524361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8317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171701" y="571500"/>
            <a:ext cx="6457949" cy="9779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4350" y="1651560"/>
            <a:ext cx="2592324" cy="462990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4349" y="2178424"/>
            <a:ext cx="2592324" cy="2485599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76600" y="1650999"/>
            <a:ext cx="2592324" cy="469901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275144" y="2178050"/>
            <a:ext cx="2592324" cy="24859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038850" y="1644649"/>
            <a:ext cx="2592324" cy="469901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6038851" y="2178424"/>
            <a:ext cx="2592324" cy="2485599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0807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171701" y="571500"/>
            <a:ext cx="6457949" cy="9715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6463" y="3143250"/>
            <a:ext cx="2588687" cy="512074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6463" y="1771650"/>
            <a:ext cx="2588687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6463" y="3655323"/>
            <a:ext cx="2588687" cy="1008691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80698" y="3143250"/>
            <a:ext cx="2586701" cy="512074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280697" y="1771650"/>
            <a:ext cx="2586702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280699" y="3655323"/>
            <a:ext cx="2586701" cy="1008691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037299" y="3143250"/>
            <a:ext cx="2592352" cy="512074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037391" y="1771650"/>
            <a:ext cx="2585909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6037299" y="3655321"/>
            <a:ext cx="2589334" cy="1008691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8169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4350" y="1645920"/>
            <a:ext cx="8115300" cy="301809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0644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6600" y="558800"/>
            <a:ext cx="1543050" cy="2927350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8350" y="558800"/>
            <a:ext cx="6153151" cy="292735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60839" y="284956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4350" y="285750"/>
            <a:ext cx="524361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196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1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108108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71700" y="573280"/>
            <a:ext cx="6457950" cy="9697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0" y="1645920"/>
            <a:ext cx="8115300" cy="301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46520" y="4767263"/>
            <a:ext cx="218313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4350" y="4766884"/>
            <a:ext cx="58293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72250" y="285750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96221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r" defTabSz="685800" rtl="0" eaLnBrk="1" latinLnBrk="0" hangingPunct="1">
        <a:lnSpc>
          <a:spcPct val="90000"/>
        </a:lnSpc>
        <a:spcBef>
          <a:spcPct val="0"/>
        </a:spcBef>
        <a:buNone/>
        <a:defRPr sz="3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65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4350" y="2029040"/>
            <a:ext cx="4000500" cy="225185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38300"/>
          <a:ext cx="81153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0" y="2029040"/>
            <a:ext cx="4000500" cy="225185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38300"/>
          <a:ext cx="81153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5100"/>
                <a:gridCol w="2705100"/>
                <a:gridCol w="2705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4350" y="2029040"/>
            <a:ext cx="4000500" cy="225185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638300"/>
            <a:ext cx="44450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38300"/>
          <a:ext cx="8115300" cy="3009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5100"/>
                <a:gridCol w="2705100"/>
                <a:gridCol w="2705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Kondensstreifen">
  <a:themeElements>
    <a:clrScheme name="Kondensstreifen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Kondensstreifen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ondensstreifen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TM04033937[[fn=Kondensstreifen]]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Century Gothic</vt:lpstr>
      <vt:lpstr>Kondensstreifen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2026-05-23T06:40:10Z</dcterms:created>
  <dcterms:modified xsi:type="dcterms:W3CDTF">2026-05-23T06:40:10Z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