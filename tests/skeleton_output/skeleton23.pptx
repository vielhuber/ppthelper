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4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6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4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3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0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6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7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8738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1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0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16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64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6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62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2029040"/>
            <a:ext cx="4000500" cy="22518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38300"/>
          <a:ext cx="81153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2029040"/>
            <a:ext cx="4000500" cy="22518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38300"/>
          <a:ext cx="81153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2029040"/>
            <a:ext cx="4000500" cy="22518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638300"/>
            <a:ext cx="44450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38300"/>
          <a:ext cx="81153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Kondensstreifen">
  <a:themeElements>
    <a:clrScheme name="Kondensstreife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sstreife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sstreife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TM04033937[[fn=Kondensstreifen]]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Kondensstreifen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2026-05-23T06:04:22Z</dcterms:created>
  <dcterms:modified xsi:type="dcterms:W3CDTF">2026-05-23T06:04:22Z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