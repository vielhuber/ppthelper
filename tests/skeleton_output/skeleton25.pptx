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457201"/>
            <a:ext cx="6507167" cy="2400300"/>
          </a:xfrm>
        </p:spPr>
        <p:txBody>
          <a:bodyPr anchor="b">
            <a:normAutofit/>
          </a:bodyPr>
          <a:lstStyle>
            <a:lvl1pPr algn="ctr">
              <a:defRPr sz="36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0"/>
            <a:ext cx="6507167" cy="1428750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84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260" y="2481436"/>
            <a:ext cx="6515100" cy="1101600"/>
          </a:xfrm>
        </p:spPr>
        <p:txBody>
          <a:bodyPr anchor="b"/>
          <a:lstStyle>
            <a:lvl1pPr algn="r">
              <a:defRPr sz="30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259" y="3583036"/>
            <a:ext cx="651510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84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9" y="2000250"/>
            <a:ext cx="3657600" cy="2343151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7959" y="2000250"/>
            <a:ext cx="3657600" cy="2343150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439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1961" y="1993900"/>
            <a:ext cx="3441698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9" y="2432447"/>
            <a:ext cx="3657600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32350" y="2000250"/>
            <a:ext cx="34532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7959" y="2432447"/>
            <a:ext cx="3657601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67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041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37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2661841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7859" y="457201"/>
            <a:ext cx="4457701" cy="38862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2661841" cy="137160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3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4000501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75300" y="-13716"/>
            <a:ext cx="2457449" cy="517779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4000501" cy="1371600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99409" y="4412457"/>
            <a:ext cx="6858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56059" y="4412457"/>
            <a:ext cx="382905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6960" y="4412457"/>
            <a:ext cx="2419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674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3549649"/>
            <a:ext cx="7429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847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60" y="3974702"/>
            <a:ext cx="7429500" cy="370284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343149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1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6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2481436"/>
            <a:ext cx="7429500" cy="110160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3036"/>
            <a:ext cx="7429501" cy="6453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18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914650"/>
            <a:ext cx="7429500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1400"/>
            <a:ext cx="7429500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452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628900"/>
            <a:ext cx="74295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850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32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3" y="457200"/>
            <a:ext cx="1657886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9" y="457200"/>
            <a:ext cx="5657850" cy="38862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854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000250"/>
            <a:ext cx="7429499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28209" y="4412457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0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6360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4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5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3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79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993900"/>
            <a:ext cx="32512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tz">
  <a:themeElements>
    <a:clrScheme name="Netz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Netz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Netz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Netz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Netz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2026-05-23T06:40:11Z</dcterms:created>
  <dcterms:modified xsi:type="dcterms:W3CDTF">2026-05-23T06:40:11Z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