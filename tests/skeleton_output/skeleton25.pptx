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41"/>
          <a:sy d="100" n="141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8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8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3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6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4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7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7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32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67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18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52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85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32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854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36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9" y="2142406"/>
            <a:ext cx="3657600" cy="20588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9939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/>
                <a:gridCol w="1854200"/>
                <a:gridCol w="1854200"/>
                <a:gridCol w="185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7959" y="2142406"/>
            <a:ext cx="3657600" cy="20588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993900"/>
          <a:ext cx="7416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6059" y="2142406"/>
            <a:ext cx="3657600" cy="20588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993900"/>
            <a:ext cx="32512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993900"/>
          <a:ext cx="741680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tz">
  <a:themeElements>
    <a:clrScheme name="Netz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Netz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Netz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Netz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Netz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2026-05-23T06:04:22Z</dcterms:created>
  <dcterms:modified xsi:type="dcterms:W3CDTF">2026-05-23T06:04:22Z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