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41"/>
          <a:sy d="100" n="141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1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0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8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6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4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7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8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1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2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22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425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6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32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4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39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071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77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8" y="1985502"/>
            <a:ext cx="3658792" cy="20595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6764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/>
                <a:gridCol w="1854200"/>
                <a:gridCol w="1854200"/>
                <a:gridCol w="185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1" y="1986173"/>
            <a:ext cx="3656408" cy="20581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6764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8" y="1985502"/>
            <a:ext cx="3658792" cy="20595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676400"/>
            <a:ext cx="3810000" cy="214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676400"/>
          <a:ext cx="7416800" cy="265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Schaltkreis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Schaltkreis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2026-05-23T06:04:23Z</dcterms:created>
  <dcterms:modified xsi:type="dcterms:W3CDTF">2026-05-23T06:04:23Z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