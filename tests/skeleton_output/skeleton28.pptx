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2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1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9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0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0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1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0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52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557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1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0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5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35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7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1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7" y="1753174"/>
            <a:ext cx="3795373" cy="213638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2954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52169" y="1752294"/>
            <a:ext cx="3798499" cy="213814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2954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7" y="1753174"/>
            <a:ext cx="3795373" cy="213638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295400"/>
            <a:ext cx="44958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295400"/>
          <a:ext cx="77597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Calisto MT</vt:lpstr>
      <vt:lpstr>Wingdings 2</vt:lpstr>
      <vt:lpstr>Schiefer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2026-05-23T06:04:23Z</dcterms:created>
  <dcterms:modified xsi:type="dcterms:W3CDTF">2026-05-23T06:04:23Z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