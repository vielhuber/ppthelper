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2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2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5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7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9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2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72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4019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92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9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48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2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5859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8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30" y="1981555"/>
            <a:ext cx="3829520" cy="215561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765300"/>
          <a:ext cx="77724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81687"/>
            <a:ext cx="3829050" cy="215534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765300"/>
          <a:ext cx="77724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30" y="1981555"/>
            <a:ext cx="3829520" cy="215561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765300"/>
            <a:ext cx="36576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765300"/>
          <a:ext cx="77724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Tropfen">
  <a:themeElements>
    <a:clrScheme name="Tropfen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Tropfen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opfen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Tropfen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Tropfen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2026-05-23T06:04:24Z</dcterms:created>
  <dcterms:modified xsi:type="dcterms:W3CDTF">2026-05-23T06:04:24Z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