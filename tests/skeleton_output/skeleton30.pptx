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5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 useBgFill="1">
        <p:nvSpPr>
          <p:cNvPr id="12" name="Freeform 11"/>
          <p:cNvSpPr/>
          <p:nvPr/>
        </p:nvSpPr>
        <p:spPr>
          <a:xfrm>
            <a:off x="-11907" y="0"/>
            <a:ext cx="8762858" cy="4941094"/>
          </a:xfrm>
          <a:custGeom>
            <a:avLst/>
            <a:gdLst/>
            <a:ahLst/>
            <a:cxnLst/>
            <a:rect l="l" t="t" r="r" b="b"/>
            <a:pathLst>
              <a:path w="11683810" h="6588125">
                <a:moveTo>
                  <a:pt x="0" y="0"/>
                </a:moveTo>
                <a:lnTo>
                  <a:pt x="11318691" y="0"/>
                </a:lnTo>
                <a:lnTo>
                  <a:pt x="11683810" y="5976938"/>
                </a:lnTo>
                <a:lnTo>
                  <a:pt x="15875" y="6588125"/>
                </a:lnTo>
                <a:cubicBezTo>
                  <a:pt x="10583" y="4386792"/>
                  <a:pt x="5292" y="2185458"/>
                  <a:pt x="0" y="0"/>
                </a:cubicBezTo>
                <a:close/>
              </a:path>
            </a:pathLst>
          </a:custGeom>
          <a:ln>
            <a:noFill/>
          </a:ln>
          <a:effectLst>
            <a:outerShdw blurRad="101600" dist="152400" dir="438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13"/>
          <p:cNvSpPr/>
          <p:nvPr/>
        </p:nvSpPr>
        <p:spPr>
          <a:xfrm>
            <a:off x="0" y="3211693"/>
            <a:ext cx="8496943" cy="1521634"/>
          </a:xfrm>
          <a:custGeom>
            <a:avLst/>
            <a:gdLst/>
            <a:ahLst/>
            <a:cxnLst/>
            <a:rect l="l" t="t" r="r" b="b"/>
            <a:pathLst>
              <a:path w="11329257" h="2028845">
                <a:moveTo>
                  <a:pt x="0" y="588520"/>
                </a:moveTo>
                <a:lnTo>
                  <a:pt x="11244075" y="0"/>
                </a:lnTo>
                <a:lnTo>
                  <a:pt x="11329257" y="1424838"/>
                </a:lnTo>
                <a:lnTo>
                  <a:pt x="0" y="2028845"/>
                </a:lnTo>
                <a:lnTo>
                  <a:pt x="0" y="58852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6" name="Freeform 25"/>
          <p:cNvSpPr/>
          <p:nvPr/>
        </p:nvSpPr>
        <p:spPr>
          <a:xfrm>
            <a:off x="1" y="0"/>
            <a:ext cx="6539684" cy="342658"/>
          </a:xfrm>
          <a:custGeom>
            <a:avLst/>
            <a:gdLst/>
            <a:ahLst/>
            <a:cxnLst/>
            <a:rect l="l" t="t" r="r" b="b"/>
            <a:pathLst>
              <a:path w="8719579" h="456877">
                <a:moveTo>
                  <a:pt x="0" y="0"/>
                </a:moveTo>
                <a:lnTo>
                  <a:pt x="8719579" y="0"/>
                </a:lnTo>
                <a:lnTo>
                  <a:pt x="0" y="456877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Freeform 14"/>
          <p:cNvSpPr/>
          <p:nvPr/>
        </p:nvSpPr>
        <p:spPr>
          <a:xfrm rot="21420000">
            <a:off x="-121350" y="219988"/>
            <a:ext cx="8525337" cy="4313853"/>
          </a:xfrm>
          <a:custGeom>
            <a:avLst/>
            <a:gdLst/>
            <a:ahLst/>
            <a:cxnLst/>
            <a:rect l="l" t="t" r="r" b="b"/>
            <a:pathLst>
              <a:path w="11367116" h="5751804">
                <a:moveTo>
                  <a:pt x="11346705" y="0"/>
                </a:moveTo>
                <a:cubicBezTo>
                  <a:pt x="11353509" y="1915114"/>
                  <a:pt x="11360312" y="3830229"/>
                  <a:pt x="11367116" y="5745343"/>
                </a:cubicBezTo>
                <a:lnTo>
                  <a:pt x="0" y="5751804"/>
                </a:lnTo>
              </a:path>
            </a:pathLst>
          </a:cu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 rot="21420000">
            <a:off x="668401" y="496992"/>
            <a:ext cx="7316390" cy="2074896"/>
          </a:xfrm>
        </p:spPr>
        <p:txBody>
          <a:bodyPr anchor="b">
            <a:normAutofit/>
          </a:bodyPr>
          <a:lstStyle>
            <a:lvl1pPr algn="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 rot="21420000">
            <a:off x="737297" y="2628907"/>
            <a:ext cx="7316390" cy="412750"/>
          </a:xfrm>
        </p:spPr>
        <p:txBody>
          <a:bodyPr anchor="t">
            <a:noAutofit/>
          </a:bodyPr>
          <a:lstStyle>
            <a:lvl1pPr marL="0" indent="0" algn="r">
              <a:buNone/>
              <a:defRPr sz="2100">
                <a:solidFill>
                  <a:schemeClr val="bg1">
                    <a:lumMod val="50000"/>
                  </a:schemeClr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21420000">
            <a:off x="3711406" y="3433847"/>
            <a:ext cx="4607740" cy="872334"/>
          </a:xfrm>
        </p:spPr>
        <p:txBody>
          <a:bodyPr/>
          <a:lstStyle>
            <a:lvl1pPr algn="ctr">
              <a:defRPr sz="405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21420000">
            <a:off x="-4170" y="3662268"/>
            <a:ext cx="3035429" cy="896654"/>
          </a:xfrm>
        </p:spPr>
        <p:txBody>
          <a:bodyPr vert="horz" lIns="91440" tIns="45720" rIns="91440" bIns="45720" rtlCol="0" anchor="ctr"/>
          <a:lstStyle>
            <a:lvl1pPr algn="r">
              <a:defRPr lang="en-US" sz="4050" dirty="0"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21420000">
            <a:off x="7388818" y="2874486"/>
            <a:ext cx="680390" cy="373853"/>
          </a:xfrm>
        </p:spPr>
        <p:txBody>
          <a:bodyPr/>
          <a:lstStyle>
            <a:lvl1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25" name="5-Point Star 24"/>
          <p:cNvSpPr/>
          <p:nvPr/>
        </p:nvSpPr>
        <p:spPr>
          <a:xfrm rot="21420000">
            <a:off x="3166039" y="3833517"/>
            <a:ext cx="386540" cy="386540"/>
          </a:xfrm>
          <a:prstGeom prst="star5">
            <a:avLst>
              <a:gd name="adj" fmla="val 26693"/>
              <a:gd name="hf" fmla="val 105146"/>
              <a:gd name="vf" fmla="val 110557"/>
            </a:avLst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990585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514351" y="1547547"/>
            <a:ext cx="7796030" cy="248339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369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514351"/>
            <a:ext cx="7796030" cy="2395115"/>
          </a:xfrm>
        </p:spPr>
        <p:txBody>
          <a:bodyPr anchor="b">
            <a:normAutofit/>
          </a:bodyPr>
          <a:lstStyle>
            <a:lvl1pPr algn="l"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1" y="2806700"/>
            <a:ext cx="7796030" cy="1229711"/>
          </a:xfrm>
        </p:spPr>
        <p:txBody>
          <a:bodyPr anchor="t">
            <a:normAutofit/>
          </a:bodyPr>
          <a:lstStyle>
            <a:lvl1pPr marL="0" indent="0" algn="l">
              <a:buNone/>
              <a:defRPr sz="1500">
                <a:solidFill>
                  <a:schemeClr val="bg1">
                    <a:lumMod val="50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286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7662" cy="86860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514350" y="1547547"/>
            <a:ext cx="3816536" cy="2483392"/>
          </a:xfrm>
        </p:spPr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4495478" y="1547547"/>
            <a:ext cx="3814904" cy="2483392"/>
          </a:xfrm>
        </p:spPr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764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6030" cy="86860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8767" y="1547547"/>
            <a:ext cx="3642119" cy="509996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9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514352" y="2146300"/>
            <a:ext cx="3816534" cy="1884639"/>
          </a:xfrm>
        </p:spPr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644" y="1547547"/>
            <a:ext cx="3648368" cy="509996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9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4495477" y="2146300"/>
            <a:ext cx="3816535" cy="1884639"/>
          </a:xfrm>
        </p:spPr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006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2631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256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232" y="514350"/>
            <a:ext cx="3095145" cy="1517439"/>
          </a:xfrm>
        </p:spPr>
        <p:txBody>
          <a:bodyPr anchor="b">
            <a:normAutofit/>
          </a:bodyPr>
          <a:lstStyle>
            <a:lvl1pPr algn="ctr"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3784600" y="514350"/>
            <a:ext cx="4525781" cy="351658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232" y="2031789"/>
            <a:ext cx="3095146" cy="1999150"/>
          </a:xfrm>
        </p:spPr>
        <p:txBody>
          <a:bodyPr anchor="t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683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514350"/>
            <a:ext cx="4758977" cy="1517439"/>
          </a:xfrm>
        </p:spPr>
        <p:txBody>
          <a:bodyPr anchor="b">
            <a:normAutofit/>
          </a:bodyPr>
          <a:lstStyle>
            <a:lvl1pPr algn="ctr"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11771" y="0"/>
            <a:ext cx="2698610" cy="3803650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1" y="2031789"/>
            <a:ext cx="4758976" cy="1771861"/>
          </a:xfrm>
        </p:spPr>
        <p:txBody>
          <a:bodyPr anchor="t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405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3079749"/>
            <a:ext cx="7796031" cy="4416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4351" y="514350"/>
            <a:ext cx="7794385" cy="2396177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35" y="3527192"/>
            <a:ext cx="7796046" cy="511854"/>
          </a:xfrm>
        </p:spPr>
        <p:txBody>
          <a:bodyPr anchor="t"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717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514351"/>
            <a:ext cx="7797677" cy="2396177"/>
          </a:xfrm>
        </p:spPr>
        <p:txBody>
          <a:bodyPr anchor="ctr">
            <a:normAutofit/>
          </a:bodyPr>
          <a:lstStyle>
            <a:lvl1pPr algn="ctr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35" y="3079750"/>
            <a:ext cx="7796047" cy="95520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7100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99" y="514350"/>
            <a:ext cx="7143765" cy="2187528"/>
          </a:xfrm>
        </p:spPr>
        <p:txBody>
          <a:bodyPr anchor="ctr">
            <a:normAutofit/>
          </a:bodyPr>
          <a:lstStyle>
            <a:lvl1pPr algn="ctr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162698" y="2707524"/>
            <a:ext cx="6500967" cy="283326"/>
          </a:xfrm>
        </p:spPr>
        <p:txBody>
          <a:bodyPr anchor="t">
            <a:normAutofit/>
          </a:bodyPr>
          <a:lstStyle>
            <a:lvl1pPr marL="0" indent="0" algn="r">
              <a:buNone/>
              <a:defRPr sz="10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1" y="3079751"/>
            <a:ext cx="7797662" cy="95118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514351" y="66947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4812" y="219212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436347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1292891"/>
            <a:ext cx="7796030" cy="1883876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1" y="3185601"/>
            <a:ext cx="7796030" cy="855483"/>
          </a:xfrm>
        </p:spPr>
        <p:txBody>
          <a:bodyPr anchor="t">
            <a:normAutofit/>
          </a:bodyPr>
          <a:lstStyle>
            <a:lvl1pPr marL="0" indent="0" algn="l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911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6030" cy="863974"/>
          </a:xfrm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4352" y="1547546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4352" y="1979744"/>
            <a:ext cx="2482596" cy="2051196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175967" y="1547546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175966" y="1979744"/>
            <a:ext cx="2482596" cy="2051196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27785" y="1547546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27785" y="1979744"/>
            <a:ext cx="2482596" cy="2051196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5746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7662" cy="863974"/>
          </a:xfrm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8880" y="2859769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6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4335" y="1547547"/>
            <a:ext cx="2482596" cy="1152544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8880" y="3291966"/>
            <a:ext cx="2482596" cy="73897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178058" y="2859769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6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176999" y="1547547"/>
            <a:ext cx="2482596" cy="1151428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176999" y="3291965"/>
            <a:ext cx="2482596" cy="738975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26708" y="2859769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6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26614" y="1547546"/>
            <a:ext cx="2482596" cy="1152897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26614" y="3291963"/>
            <a:ext cx="2482596" cy="738977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0743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514351" y="1547547"/>
            <a:ext cx="7796030" cy="2483393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2802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11896" y="514350"/>
            <a:ext cx="1698485" cy="35165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514351" y="514350"/>
            <a:ext cx="5928323" cy="3516589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10488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3.jp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-19048" y="0"/>
            <a:ext cx="9004013" cy="4983061"/>
            <a:chOff x="-25397" y="0"/>
            <a:chExt cx="12005350" cy="6644081"/>
          </a:xfrm>
        </p:grpSpPr>
        <p:sp useBgFill="1">
          <p:nvSpPr>
            <p:cNvPr id="11" name="Rectangle 10"/>
            <p:cNvSpPr/>
            <p:nvPr/>
          </p:nvSpPr>
          <p:spPr>
            <a:xfrm>
              <a:off x="1" y="0"/>
              <a:ext cx="11979952" cy="6644081"/>
            </a:xfrm>
            <a:prstGeom prst="rect">
              <a:avLst/>
            </a:prstGeom>
            <a:ln>
              <a:noFill/>
            </a:ln>
            <a:effectLst>
              <a:outerShdw blurRad="98425" dist="76200" dir="4380000" algn="tl" rotWithShape="0">
                <a:srgbClr val="000000">
                  <a:alpha val="6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-25397" y="0"/>
              <a:ext cx="11773291" cy="6419514"/>
            </a:xfrm>
            <a:custGeom>
              <a:avLst/>
              <a:gdLst/>
              <a:ahLst/>
              <a:cxnLst/>
              <a:rect l="l" t="t" r="r" b="b"/>
              <a:pathLst>
                <a:path w="11773291" h="6419514">
                  <a:moveTo>
                    <a:pt x="11750059" y="0"/>
                  </a:moveTo>
                  <a:lnTo>
                    <a:pt x="11773291" y="6419514"/>
                  </a:lnTo>
                  <a:lnTo>
                    <a:pt x="0" y="6411047"/>
                  </a:lnTo>
                </a:path>
              </a:pathLst>
            </a:custGeom>
            <a:ln w="82550">
              <a:solidFill>
                <a:schemeClr val="tx1">
                  <a:lumMod val="50000"/>
                  <a:lumOff val="50000"/>
                </a:schemeClr>
              </a:solidFill>
              <a:miter lim="800000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sp>
        <p:sp>
          <p:nvSpPr>
            <p:cNvPr id="13" name="Rectangle 12"/>
            <p:cNvSpPr/>
            <p:nvPr/>
          </p:nvSpPr>
          <p:spPr>
            <a:xfrm>
              <a:off x="1" y="5600215"/>
              <a:ext cx="11706512" cy="780581"/>
            </a:xfrm>
            <a:prstGeom prst="rect">
              <a:avLst/>
            </a:prstGeom>
            <a:gradFill flip="none" rotWithShape="1">
              <a:gsLst>
                <a:gs pos="34000">
                  <a:schemeClr val="accent1"/>
                </a:gs>
                <a:gs pos="100000">
                  <a:schemeClr val="accent1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7662" cy="8639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1" y="1547547"/>
            <a:ext cx="7797662" cy="24833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73562" y="4318000"/>
            <a:ext cx="2838450" cy="3738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4351" y="4318000"/>
            <a:ext cx="4124789" cy="3738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715341" y="4318000"/>
            <a:ext cx="680390" cy="3738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079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050" kern="1200" cap="all" baseline="0">
          <a:solidFill>
            <a:schemeClr val="accent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5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3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2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4350" y="1715092"/>
            <a:ext cx="3816536" cy="214830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536700"/>
          <a:ext cx="7785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478" y="1715551"/>
            <a:ext cx="3814904" cy="214738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536700"/>
          <a:ext cx="7785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4350" y="1715092"/>
            <a:ext cx="3816536" cy="214830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536700"/>
            <a:ext cx="3505200" cy="1968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536700"/>
          <a:ext cx="778510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ichtiges Ereignis">
  <a:themeElements>
    <a:clrScheme name="Wichtiges Ereignis">
      <a:dk1>
        <a:sysClr val="windowText" lastClr="000000"/>
      </a:dk1>
      <a:lt1>
        <a:sysClr val="window" lastClr="FFFFFF"/>
      </a:lt1>
      <a:dk2>
        <a:srgbClr val="424242"/>
      </a:dk2>
      <a:lt2>
        <a:srgbClr val="C8C8C8"/>
      </a:lt2>
      <a:accent1>
        <a:srgbClr val="B80E0F"/>
      </a:accent1>
      <a:accent2>
        <a:srgbClr val="A6987D"/>
      </a:accent2>
      <a:accent3>
        <a:srgbClr val="7F9A71"/>
      </a:accent3>
      <a:accent4>
        <a:srgbClr val="64969F"/>
      </a:accent4>
      <a:accent5>
        <a:srgbClr val="9B75B2"/>
      </a:accent5>
      <a:accent6>
        <a:srgbClr val="80737A"/>
      </a:accent6>
      <a:hlink>
        <a:srgbClr val="F21213"/>
      </a:hlink>
      <a:folHlink>
        <a:srgbClr val="B6A394"/>
      </a:folHlink>
    </a:clrScheme>
    <a:fontScheme name="Wichtiges Ereignis">
      <a:maj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ichtiges Ereignis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blipFill>
          <a:blip xmlns:r="http://schemas.openxmlformats.org/officeDocument/2006/relationships" r:embed="rId1">
            <a:duotone>
              <a:schemeClr val="phClr">
                <a:shade val="88000"/>
                <a:lumMod val="88000"/>
              </a:schemeClr>
              <a:schemeClr val="phClr"/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25400" dist="127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0"/>
        </a:gradFill>
        <a:blipFill>
          <a:blip xmlns:r="http://schemas.openxmlformats.org/officeDocument/2006/relationships" r:embed="rId2">
            <a:duotone>
              <a:schemeClr val="phClr">
                <a:shade val="48000"/>
                <a:satMod val="110000"/>
                <a:lumMod val="40000"/>
              </a:schemeClr>
              <a:schemeClr val="phClr">
                <a:tint val="90000"/>
                <a:lumMod val="10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Event" id="{AC372BB4-D83D-411E-B849-B641926BA760}" vid="{F1EFBDE3-1A95-4E3D-81AD-1F53D65BEA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Wichtiges Ereignis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Impact</vt:lpstr>
      <vt:lpstr>Wichtiges Ereignis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2026-05-23T06:40:13Z</dcterms:created>
  <dcterms:modified xsi:type="dcterms:W3CDTF">2026-05-23T06:40:13Z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