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1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3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6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2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9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7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67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0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41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9756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58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4034" y="1936592"/>
            <a:ext cx="3889405" cy="21893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0562" y="1934753"/>
            <a:ext cx="3895937" cy="219299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4034" y="1936592"/>
            <a:ext cx="3889405" cy="21893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638300"/>
            <a:ext cx="39751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Zitierfähig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Zitierfähig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itierfähig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Zitierfähig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2</vt:lpstr>
      <vt:lpstr>Zitierfähig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2026-05-23T06:40:13Z</dcterms:created>
  <dcterms:modified xsi:type="dcterms:W3CDTF">2026-05-23T06:40:13Z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